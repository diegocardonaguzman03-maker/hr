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Que ningún planchón defectuoso llegue a Laminación sin disposición: detectar, medir, decidir y retroalimentar. Principio rector: Ningún planchón con evento se libera sin inspección, y ninguno se despacha sin disposición en el MES.
PUNTOS A CERRAR: Presentar a los participantes, el objetivo y la ruta de certificación (teoría → OJT → evaluación práctica).
[POR CONFIRMAR] Criterios de aceptación, profundidades, clases de segregación y tolerancias con el OEM y Laminación · Asignación del escarpador en CAT-ACE-001 y metas de tasas de escarpeo, degradación y rechazo [Supuesto]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Superficial ≤ 5 mm se escarpa; &gt; 10 mm o grieta &gt; 1 m se rechaza. Criterios, clases y tolerancias: [Validar con OEM / Ingeniería de Proceso] y Laminación.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Escarpear y re-inspeccionar — ≤ 5 mm se escarpa (1–2 pasadas); 5–10 mm solo con autorización de C-09; &gt; 10 mm o &gt; 1 m se rechaza.
2) b) 220 mm — 3–5 mm por pasada, ≤ 10 mm por cara y espesor final ≥ 220 mm, con transición suave.
3) a) Enderezado a 700–900 °C — HSLA con Nb/V/N enderezado en la zona de baja ductilidad y marcas de oscilación profundas.
4) b) El metalurgista C-09 — S-18 envía evidencia (foto, medida, macro); la decisión documentada es de C-09.
5) b) Retener la colada y avisar a CC1 — Es una señal de proceso (nivel, polvo, SEN, peritéctico): retén la colada completa y avisa de inmediato.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Criterios de aceptación, profundidades, clases de segregación y tolerancias con el OEM y Laminación · Asignación del escarpador en CAT-ACE-001 y metas de tasas de escarpeo, degradación y rechazo [Supuesto]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MO-CC1-09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 de planchón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 ningún planchón defectuoso llegue a Laminación sin disposición: detectar, medir, decidir y retroalimentar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(S-18)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300 planchones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90%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concordancia con el catálogo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Condición segura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 = MES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 y dimensional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Escarpear o decidir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y retroalimentar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S-18 Inspector de Calidad de Semiterminado · Escarpador · S-11 Muestrero / Analista · S-17 Mesa · C-09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clasificas y dispones cada planchón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 con seguridad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con el planchón asentado, la grúa fuera y nadie junto al volteador durante movimientos.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 y medir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Caras, cantos, esquinas y extremos; espesor 230 ± 3 mm, abultamiento ≤ 3 mm, cuña ≤ 2 mm; profundidad con galga.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Disponer correctamente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Aceptar, escarpear (≤ 5 mm), degradar (decide C-09) o rechazar; espesor final tras escarpeo ≥ 220 mm.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Retroalimentar al proceso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en MES, Pareto y SPC; aviso inmediato a CC1 ante defectos repetidos para corregir la causa.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inspector es la última barrera antes de Laminación y de clientes automotrices y de tubería. Un planchón mal liberado se convierte en reclamo; uno mal rechazado, en pérdida de rendimiento. Y cada defecto bien clasificado le dice a CC1 qué variable del proceso corregir.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Ningún planchón con evento se libera sin inspección, y ninguno se despacha sin disposición en el MES.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S-18 inspecciona y dispone; C-09 decide la degradación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inspección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 de criterios; decide degradación y rechazo; analiza tendencias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y dimensional, clasificación, marcado, registro y re-inspección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Analista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y ataca muestras (macroataque / Baumann)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Mesa de Enfriamiento y Despacho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Mueve, voltea y separa planchones; ejecuta la disposición física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Escarpador [Supuesto]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Escarpeo manual con O₂ (S-18 o contratista REPSE)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retroalimentación y corrige el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Informado de defectos por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planchón con evento se retiene y revisa al 100 %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Lista del turno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IDs, grado, eventos y retenciones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Condición segura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Asentado, grúa fuera, pila estable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Estándar o reforzada si hay evento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Dimensiones y profundidad de defectos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Aceptar, escarpear, degradar, rechazar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Escarpear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3–5 mm por pasada; final ≥ 220 mm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Re-inspeccionar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defecto remanente o rechazo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 y tendencias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o retener; Pareto a C-08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Eventos que retienen: nivel ± 8 mm, sticker, SEN, unión, arranque, fin, transición y SH &gt; 35 °C.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Ningún planchón con evento se libera sin inspección, y ninguno se despacha sin disposición en el MES.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defecto tiene una causa en el proceso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Figura: cc1-defectos-planchon.svg.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defectos-planch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Grieta longitudinal: peritéctico, nivel inestable, polvo o flujo asimétrico; escarpeo o rechazo según profundidad.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Grieta transversal en HSLA: enderezado a 700–900 °C y marcas profundas.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Segregación central: SH alto, abultamiento o gap fuera en la punta del cráter; se califica por macroataque.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Abultamiento ≤ 3 mm y cuña ≤ 2 mm; la romboidad no aplica a planchón.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Luz, galga y volteador hacen confiable la inspección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Área de inspección y volteador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 a las 4 caras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Planchones hasta 33 t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Enclavamientos y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Iluminación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Detección visual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1,000 lux [Validar con C-16]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Medición con luxómetro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Calibrador, cinta, regla, escuadra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Dimensional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Certificado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Galga de profundidad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Profundidad de defectos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Resolución 0.1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de contacto o 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antes de inspección o escarpeo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 de escarpeo (O₂ + gas)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Remueve defectos superficiales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Soplete de escarpeo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Arrestaflamas, mangueras, válvulas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Laboratorio de macroataque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Calidad interna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Ácido caliente o Baumann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Ventilación y EPP químico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Espesor, abultamiento y cuña delatan la máquina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230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227–233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 o degradación;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Abultamiento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Degradar o rechazar;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Cuña (lado A − lado B)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revisa segmentos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Pedido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−5 / +15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 o reasignar (C-09)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Pedida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Recorte o reasignación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Sable (camber)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mm en 10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 o reasignación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Escarpeo por pasada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mm por cara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Final &lt; 220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escarpear más;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Escarpeo de HSLA con Nb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escarpear en frío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Superficial ≤ 5 mm se escarpa; &gt; 10 mm o grieta &gt; 1 m se rechaza. Criterios, clases y tolerancias: [Validar con OEM / Ingeniería de Proceso] y Laminación.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Pilas, volteador y escarpeo: los riesgos del inspector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Planchón asentado, grúa fuera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entre pilas ni junto al volteador durante movimientos; inspección solo con el planchón asentado (MS-ACE-04).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Escarpeo con permiso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Permiso de trabajo en caliente, arrestaflamas, área sin combustibles y EPP de escarpeo (NOM-027).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Humos y ácidos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Extracción o respirador para humos metálicos; macroataque en campana con regadera y lavaojos.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Superficies y tránsito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temperatura antes de tocar; usar escaleras y plataformas; no brincar entre planchones.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lentes, ropa FR y chaleco de alta visibilidad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Escarpeo: careta sombra 5–6, cuero o aluminizado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Escarpeo: doble protección auditiva y respirador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Laboratorio: careta, guantes y mandil químico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cambia entre inspección, escarpeo y laboratorio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pilas, la ropa FR, las botas con metatarsal y el chaleco son la base.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escarpeo supera 100 dB(A): tapones más orejeras.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laboratorio se agrega protección química contra ácidos.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tasas de escarpeo y rechazo miden el proceso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Planchones con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antes de liberar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 bloquea el despacho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 al cliente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Concordancia entre inspectores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trimestral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Liberación errónea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de escarpeo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SPC semanal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Costo y rendimiento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de degradación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SPC semanal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margen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Tasa de rechazo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0.3 %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SPC semanal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rendimiento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Cpk de espesor y ancho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1.33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Variación dimensional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Grieta longitudinal: revisar nivel, polvo, ΔT y SEN. Segregación: SH y gap en la punta del cráter.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tres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lista de planchones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el MES: IDs, grado, eventos y retenciones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condición segura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asentado, grúa fuera de la zona, pila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Confirmado con 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ID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 legible e igual al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Coincide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cara superior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Recorrido completo con luz: grietas, depresiones, inclusiones, poros, marcas profundas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Defectos marcados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cantos y extremos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de esquina, rechupe en extremos, rebaba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la cara inferior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Volteo según frecuencia; nadie junto al volteador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/ 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dimensiones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3 puntos por extremo; ancho cabeza, centro y cola; largo, sable y escuadra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tabla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tres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profundidad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Galga o escarpeo de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Profundidad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Clasifica y dispone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tabla de disposición: aceptar, escarpear, degradar o rechazar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Disposición en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Escarpea (si aplica)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trabajo en caliente; 3–5 mm por pasada; ≤ 10 mm por cara; final ≥ 220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 eliminado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Re-inspecciona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 escarpear, sin defecto remanente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Liberado o 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Solicita la degradación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Envía evidencia (foto, medida, macro) a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Decisión documentada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/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muestras internas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Rebanada según frecuencia; S-11 prepara macroataque o Baumann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Segregación clasificada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/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la disposición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Código de colores en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Coincide con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tres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o retiene en MES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planchones liberados pueden despacharse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 actualizado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Reporta tendencias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Resumen de turno a C-06 y semanal a C-08 (Pareto de defectos)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emitido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 grietas longitudinales seguidas: retén la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grietas longitudinales seguidas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la colada completa; avisa de inmediato a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transversales en HSLA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Retén; revisa la temperatura de enderezado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fuera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Retén; C-08 solicita medición de gap (MM-CC-02)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 fuera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Retén; avisa a CC1 para verificar el 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Segregación central sobre límite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Degradar; análisis de SH y gap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 ilegible o duplicada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hasta identificar por colada y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Defecto tras 2 pasadas de escarpeo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inestable en pila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Aléjate; avisa a la grúa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 con prueba de concordancia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h / 300 planchones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Escarpador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Analista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muestras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 solo con el planchón asentado y la grúa o el volteador fuera de su zona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Clasifica correctamente 10 casos del catálogo fotográfico (≥ 9 correctos)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Escarpea con permiso y arrestaflamas: 3–5 mm por pasada y espesor final ≥ 220 mm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160 h / 300 planchones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MO-CC1-09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grieta longitudinal mide 4 mm de profundidad. ¿Qué disposición aplica?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Aceptar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Escarpear y re-inspeccionar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Rechazar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espesor mínimo del planchón después de escarpear?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200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220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227 mm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causa típica tienen las grietas transversales en HSLA?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Enderezado a 700–900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Argón alto en el tapón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Oxicorte lento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decide degradar un planchón a un grado menos exigente?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inspector S-18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El metalurgista C-09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supervisor C-06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Salen 2 planchones seguidos con grieta longitudinal.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Escarpear y seguir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Retener la colada y avisar a CC1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Esperar al reporte semanal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inspección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planchón asentado no hay inspección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Grúa fuera; nadie entre pilas ni junto al volteador.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permiso no hay escarpeo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Trabajo en caliente, arrestaflamas y EPP de escarpeo.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evento se inspecciona al 100 %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MES bloquea el despacho hasta la disposición.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Defecto repetido: aviso inmediato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Retén y avisa a CC1 para corregir la causa en línea.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MO-CC1-09 — Inspección de calidad y disposición de defectos del planchón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2026-09-25T19:42:27Z</dcterms:created>
  <dcterms:modified xsi:type="dcterms:W3CDTF">2026-09-25T19:42:27Z</dcterms:modified>
</cp:coreProperties>
</file>