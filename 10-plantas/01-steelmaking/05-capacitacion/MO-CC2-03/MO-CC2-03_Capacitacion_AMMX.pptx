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Abrir las 6 líneas en orden, arrancar la extracción a ≈ 150 mm del borde y subir con la rampa sin fugas ni breakouts. Principio rector: Una línea perdida se recupera; una persona no. Si la línea no arranca bien, ciérrala.
PUNTOS A CERRAR: Presentar a los participantes, el objetivo y la ruta de certificación (teoría → OJT → evaluación práctica).
[POR CONFIRMAR] Orden de apertura, nivel de extracción, velocidad y rampa de arranque con el OEM · Líquidus y sobrecalentamiento de la 1.ª colada por grado (C-08) · Distancias de la zona de exclusión con el estudio de la nave (C-16) [Supuesto]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Líquidus de varilla ≈ 1,505 °C, se calcula por colada. Orden de apertura, rampa y niveles: [Validar con OEM / Ingeniería de Proceso].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L3-L4, L2-L5, L1-L6 — Del centro a los extremos: L3 y L4 reciben el acero más caliente; L1 y L6 esperan ≤ 3 min.
2) a) ≈ 150 mm bajo el borde — A ≈ 150 mm bajo el borde, a 0.5 m/min con oscilación: tarde desborda, temprano no ancla la cabeza.
3) c) Porque la piel delgada se rompe — La rampa (1.5 y luego ≥ 2.5 m/min) da espesor a la piel; subir de golpe provoca breakout.
4) b) 25–40 °C — 1.ª colada de secuencia: 25–40 °C (objetivo 32 °C); siguientes coladas: 20–35 °C.
5) a) Solo S-12, S-13, S-14 y C-06 — Zona roja ≤ 10 m y bajo la máquina: solo personal esencial, con conteo antes de abrir la olla.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Orden de apertura, nivel de extracción, velocidad y rampa de arranque con el OEM · Líquidus y sobrecalentamiento de la 1.ª colada por grado (C-08) · Distancias de la zona de exclusión con el estudio de la nave (C-16) [Supuesto]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de colada CC2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las 6 líneas en orden, arrancar la extracción a ≈ 150 mm del borde y subir con la rampa sin fugas ni breakouts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(S-12 / S-13)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arranques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Condiciones y zona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la olla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L3-L4 → L2-L5 → L1-L6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Extraer a ≈ 150 mm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 ≥ 2.5 m/min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líneas estables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S-12 Púlpito · S-13 Plataforma · S-14 Ayudante · S-09 Grúa · S-11 · S-16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arrancas las 6 líneas sin exponer a nadie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Verificar condiciones de arranque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≥ 1,000 °C, 6 líneas listas, agua de molde a caudal, tanque de emergencia lleno y diésel en automático.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Controlar la zona de exclusión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roja ≤ 10 m: solo S-12, S-13, S-14 y C-06; fosa cerrada; sirena ≥ 30 s antes de abrir la olla.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las líneas en orden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L3-L4, L2-L5, L1-L6 con 15–30 s entre líneas; las 6 abiertas en ≤ 3 min.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Arrancar con nivel y rampa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Extracción a 0.5 m/min con nivel a ≈ 150 mm; rampa a ≥ 2.5 m/min; nivel ± 5 mm en automático.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arranque es el momento de mayor riesgo de la colada: metal líquido cayendo, moldes que se llenan en 25–40 s y gente cerca. Si arrancas tarde, el molde desborda; si arrancas temprano, la cabeza no se ancla; si subes la velocidad de golpe, la piel delgada se rompe.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línea perdida se recupera; una persona no. Si la línea no arranca bien, ciérrala.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operadores por línea; C-06 decide cerrar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 la orden de arranque; decide cerrar o rearrancar una línea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extracción, rampa, nivel automático, agua secundaria y EMS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 y las buzas, controla el distribuidor y mide temperatura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llenado, aceite y chorro; cierra la línea si hay fuga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 en la torreta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muestra química del distribuidor en la primera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 Operador de Corte y Marcado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Despunta la cabeza y marca las palanquillas de arranque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temperaturas y rampa; analiza arranques fallidos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centro a los extremos, con nivel y rampa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Condiciones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≥ 1,000 °C; emergencia OK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Zona libre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10 m; sirena ≥ 30 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olla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 con Ar; distribuidor ≥ 400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3–5 min: 20–35 °C (1.ª: 25–40 °C)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L3 y L4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 en lugar de placa ciega; aceite 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Extracción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0.5 m/min con nivel a ≈ 150 mm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Rampa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1.5 y luego ≥ 2.5 m/min; nivel ± 5 mm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L2-L5 y L1-L6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15–30 s entre líneas; todas en ≤ 3 min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Despunte, palanquilla A y muestra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colada abierta la velocidad sigue al nivel: el control radiométrico ajusta la extracción para mantener el menisco.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línea perdida se recupera; una persona no. Si la línea no arranca bien, ciérrala.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distribuidor al molde: el arranque en una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Figura: cc2-perfil-maquina.svg.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en la torreta llena el distribuidor de 30 t por el tubo protector con argón.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buza calibrada deja caer el chorro al molde; el Cs-137 mide el nivel a ± 5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barra falsa sale por los extractores-enderezadores; la cabeza se despunta en el oxicorte.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 primero: L3 y L4 reciben el acero más caliente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Figura: cc2-distribuidor-6-lineas.svg.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2-distribuidor-6-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8463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Orden de apertura: L3-L4, L2-L5, L1-L6 [Validar].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L1 y L6 no deben esperar más de 3 min con la buza cubierta: riesgo de buza congelada.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abrir una línea se empuja la buza en el lugar de la placa ciega.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sistemas listos antes de abrir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de ollas (2 brazos)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Lleva la olla a posición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Pesaje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alarmas; olla asentada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 olla y 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 y protege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con sello de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precalentado; argón fluyendo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y buzas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Reparten el acero a 6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t; 160 × 160: Ø 20–24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Liberado por MO-CC2-01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Moldes, barra falsa,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Forman la palanquilla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 MO-CC2-02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líneas en listo para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de nivel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el menisco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abierto por 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de emergencia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Enfría moldes si falla el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Entrada automática ≤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Tanque lleno; diésel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de oxígeno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 si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≥ 3 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Lanza, manguera y válvula revisadas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Nivel, tiempo y rampa definen un arranque limpio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°C (1.ª) / 28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25–40 (1.ª) / 20–35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20; &gt; 40 (1.ª) o &gt; 35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avisa; &lt; 15 C-06 decide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distribuidor al abrir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350–450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Espera a que suba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entre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15–30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L1/L6 &gt; 3 min esperando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o prepara cambio de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Llenado del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25–40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s o &gt; 50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a C-06; revisa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para extraer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150 mm bajo el borde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140–160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de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0.4–0.6 m/min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Rampa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 → 1.5 → 2.5 m/min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60 s + 60 s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Rampa más rápida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aceleres a mano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molde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chorro y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Líquidus de varilla ≈ 1,505 °C, se calcula por colada. Orden de apertura, rampa y niveles: [Validar con OEM / Ingeniería de Proceso].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Metal líquido y gente cerca: el momento más crítico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Zona de exclusión de arranque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10 m de molde, distribuidor y torreta y bajo la máquina: solo S-12, S-13, S-14 y C-06 (MS-ACE-01) [Supuesto].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en la fosa ni bajo la máquina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Fosa y área bajo la plataforma cerradas hasta que las 6 líneas estén estables y C-06 libere.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Agua de emergencia lista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Tanque lleno y bombas diésel en automático; si falla el agua, entrada en ≤ 15 s y paro de colada (MS-ACE-09).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Lanceo solo certificado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S-13 certificado lancea la olla: careta, lanza ≥ 3 m y guantes sin grasa (MS-ACE-06).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y polainas aluminizadas secas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o filtro IR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de fundidor y ropa retardante a la flama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dosímetro personal (POE)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Arranque de CC: roja ≤ 10 m y bajo la máquina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10 m de molde y torreta, y bajo la máquina: solo S-12, S-13, S-14 y C-06.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Amarilla 10–20 m: personal autorizado tras barrera, con EPP completo.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 a refugio o zona verde: ≤ 30 s desde cualquier punto de la roja.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palanquilla de arranque se marca y se separa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 (1.ª colada: 25–40 °C)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3–5 min y a los 10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congelada o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del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grado (FT-ACE-001 §7)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muestra a los 5–10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 fuera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Estabilidad del nivel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 después de la rampa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 continuo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Pinholes, inclusiones, marcas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Palanquillas de arranque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Marcadas 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Primera palanquilla de cada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Mezcla con producto normal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palanquilla A lleva la cabeza, la chatarra y el acero del arranque: se despunta ≈ 1,000 mm y se inspecciona aparte.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condiciones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≥ 1,000 °C; 6 líneas listas; agua a caudal; tanque de emergencia y diésel en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 en verde en la lista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Establece la zona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Conteo; ≤ 10 m solo S-12, S-13, S-14 y C-06; fosa cerrada; radio y sirena ≥ 30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autorizados en la roja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la coloca en la torreta; verifica peso y temperatura de llegada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llegada según hoja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a posición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a posición; nadie bajo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sobre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tubo con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 el tubo protector y abre el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sin fugas visibles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al 100 %; si no abre libre en 30 s, lancea con O₂ según el procedimiento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estable al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Llena, mide y prepara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≥ 400 mm; T a 3–5 min a 300 mm [Validar]; aceite 25 mL/min en L3 y L4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 (1.ª: 25–40 °C)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L3 y L4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Empuja la buza en lugar de la placa ciega; verifica el chorro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centrado y compacto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Arranca la extracción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el nivel a ≈ 150 mm bajo el borde: 0.5 m/min con oscilación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estable;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el nivel a automático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Cuando el nivel esté a ± 10 mm del punto de ajuste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 en ≤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rampa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Automática: 1.5 m/min en 60 s, luego ≥ 2.5 m/min en 60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 de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Enciende el EMS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pasar 1.5 m/min [Validar]; 250–400 A, 2–5 Hz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EMS en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L2-L5 y L1-L6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Aceite y pasos 8–12 en cada línea; 15–30 s entre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líneas abiertas en ≤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S-12/13/14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Completa y desacopla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 a 700–850 mm con capa de cubierta; la barra falsa se desacopla y se estaciona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operación; barra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ocho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Despunta, marca y muestrea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Corta ≈ 1,000 mm de cabeza; marca la palanquilla A; muestra a los 5–10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 A y muestra enviadas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S-16, 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y registra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la zona con las 6 líneas estables; registra aperturas, T y llenado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de arranque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una línea no arranca bien, ciérrala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olla no abre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Lancea con O₂ (S-13 certificado); si en 3 min no abre, regresa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no fluye (L1 o L6)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rápido por buza caliente; si falla,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abierto o en abanico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la buza (MO-CC2-06)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Molde a punto de desbordar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la velocidad; a 60 mm del borde cierra la línea con placa ciega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en la cabeza de la barra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línea; evacúa bajo la plataforma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Breakout al arranque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línea, detén extracción, mantén agua; evacúa a ≥ 20 m; el ESR revisa el Cs-137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Falla de agua de molde o apagón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Emergencia en ≤ 15 s; cierra olla y 6 líneas; evacúa ≥ 10 m; sin agua a molde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 &lt; 20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20: avisa a C-06; &lt; 15: C-06 decide arrancar menos líneas o regresar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 (simulador [Validar])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arranques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arranques; 3 lanceos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S-14 Ayudante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arranques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radiación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arranques dirigidos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condiciones de arranque, incluido el agua de emergencia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Establece y confirma la zona de exclusión y la fosa vacía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Abre las líneas en el orden correcto y con chorro centrado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Arranca la extracción en el nivel correcto y respeta la rampa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una línea con placa ciega ante desbordamiento, fuga o breakout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h (simulador [Validar])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arranques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radiación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MO-CC2-03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¿En qué orden se abren las líneas de la CC2?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L1-L6, L2-L5, L3-L4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L3-L4, L2-L5, L1-L6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De L1 a L6 en orden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nivel en el molde arranca la extracción?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≈ 150 mm bajo el borde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≈ 50 mm bajo el borde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Molde lleno al borde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¿Por qué no se sube la velocidad de golpe a 3.0 m/min?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Porque se tapa la buza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Porque baja el sobrecalentamiento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Porque la piel delgada se rompe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sobrecalentamiento se busca en la 1.ª colada de secuencia?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10–20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25–40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45–60 °C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puede estar en la zona roja durante el arranque?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Solo S-12, S-13, S-14 y C-06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Cualquier persona con EPP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Todo el turno de colada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arranque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agua de emergencia no se arranca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Tanque lleno y bombas diésel en automático, verificados en la lista.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 la fosa ni bajo la máquina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Cerradas hasta que las 6 líneas estén estables y C-06 libere.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Orden y rampa del manual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 centro a los extremos; nunca aceleres la rampa a mano.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Línea que no arranca bien, se cierra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Desbordamiento, fuga o breakout: placa ciega de inmediato.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MO-CC2-03 — Arranque de colada por línea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2026-09-25T20:02:39Z</dcterms:created>
  <dcterms:modified xsi:type="dcterms:W3CDTF">2026-09-25T20:02:39Z</dcterms:modified>
</cp:coreProperties>
</file>