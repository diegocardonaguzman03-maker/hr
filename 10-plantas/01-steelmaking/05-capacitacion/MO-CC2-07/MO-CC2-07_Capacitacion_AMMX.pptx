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Terminar la secuencia sin escoria ni breakout de cola, cerrando de los extremos al centro y sin agua dentro del molde. Principio rector: Nunca se echa agua dentro del molde para sellar la cola.
PUNTOS A CERRAR: Presentar a los participantes, el objetivo y la ruta de certificación (teoría → OJT → evaluación práctica).
[POR CONFIRMAR] Niveles de cierre, velocidad de cola y caída del menisco con el OEM / C-08 · Tiempo de agua de molde ≥ 15 min con el OEM · Largo mínimo de cola ≥ 6 m con Laminación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Niveles de cierre, velocidad de cola y tiempo de agua: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L1-L6, L2-L5, L3-L4 — De los extremos al centro: las centrales reciben el acero más caliente de la zona de impacto.
2) c) Porque puede atrapar agua y explotar — El agua bajo una costra se vuelve vapor y proyecta metal líquido (MS-ACE-03).
3) a) 1.0 m/min — 0.5–1.0 m/min; con más de 1.5 m/min y la cola en el molde la piel se rompe: breakout de cola.
4) b) ≥ 15 min — ≥ 15 min [Validar OEM]: apagarla antes deforma el cobre y arruina la conicidad.
5) a) &lt; 250 mm — L3 y L4 cierran a 300 mm; con &lt; 250 mm hay vórtice y escoria: cierre inmediato.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Niveles de cierre, velocidad de cola y caída del menisco con el OEM / C-08 · Tiempo de agua de molde ≥ 15 min con el OEM · Largo mínimo de cola ≥ 6 m con Laminación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MO-CC2-07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 de secuencia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Terminar la secuencia sin escoria ni breakout de cola, cerrando de los extremos al centro y sin agua dentro del molde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(S-13 / S-12 / S-14)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fines de secuencia supervisados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Última olla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con 2–4 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L1-L6 → L2-L5 → L3-L4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Cola ≤ 1.0 m/min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≥ 15 min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y LOTO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S-13 Plataforma · S-12 Púlpito · S-14 Ayudante · S-16 Corte · C-16 (ESR)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cierras la secuencia limpia y segura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la última olla sin escoria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con 2–4 t de residual o al ver escoria en el distribuidor.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las líneas en orden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L1 y L6 a 450 mm, L2 y L5 a 350 mm, L3 y L4 a 300 mm; nunca por debajo de 250 mm.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Sacar la cola sin romperla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Dejar bajar el menisco 80–150 mm y sacar la cola a 0.5–1.0 m/min; nunca agua dentro del molde.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Entregar la máquina segura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≥ 15 min, obturadores cerrados por el ESR, LOTO e inspección de moldes.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acero nuevo, la cola solo tiene una piel delgada arriba: sacarla rápido la rompe y derrama el líquido. Echar agua para sellarla puede atrapar agua bajo una costra y provocar una explosión. Apagar el agua de molde antes de tiempo deforma el cobre y arruina la conicidad para la siguiente secuencia.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se echa agua dentro del molde para sellar la cola.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S-13 cierra líneas, S-12 saca colas, el ESR bloquea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fin de secuencia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Decide el fin de secuencia y el orden de cierre; entrega la máquina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olla y las líneas con placa ciega; retira el distribuidor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la cola de cada línea: velocidad, oscilación, EMS y rociado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cada molde durante la cola; prepara la inspección de moldes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 Operador de Corte y Marcado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y marca las colas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(función de ESR)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y bloquea los obturadores para la inspección de moldes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 Mecánico de Taller de Moldes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tubos y conicidad (MM-CC-01)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los extremos al centro, conforme baja el nivel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Última olla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C-06 avisa por radio al equipo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olla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Residual 2–4 t o al ver escoria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L1 y L6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a 450 mm con placa ciega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L2 y L5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a 350 mm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L3 y L4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a 300 mm; nunca &lt; 250 mm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Menisco 80–150 mm; 0.5–1.0 m/min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Apagar por zona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Oscilación, EMS y rociado tras la cola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Cortar colas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Palanquilla C; &lt; 6 m a chatarra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máquina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≥ 15 min; ESR, LOTO, inspección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líneas que quedan reciben el acero más caliente y el nivel nunca llega a la zona de vórtice (≤ 300 mm).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se echa agua dentro del molde para sellar la cola.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niveles de cierre: 450, 350 y 300 mm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Figura: cc2-distribuidor-6-lineas.svg.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2-distribuidor-6-line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17320"/>
            <a:ext cx="484632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corte A–A marca 850 y 700 mm de operación y 500 mm de mínimo en cambio de olla.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≤ 300 mm hay riesgo de vórtice y escoria: es el fin de colada [Validar].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 cerrar cada línea se empuja la placa ciega en el cambio rápido.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final se inspecciona el tubo: conicidad y desgaste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Figura: mm-molde-conicidad.svg.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mm-molde-conic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29" y="1417320"/>
            <a:ext cx="6646382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Conicidad del tubo de la CC2: 0.8–1.0 %/m; se retira con pérdida &gt; 20 % [Validar].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Desgaste máximo local: 0.5 mm en esquinas y zona inferior [Validar].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Apagar el agua antes de 15 min deforma el tubo y arruina la conicidad.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siguen activos hasta el final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rápido + placas ciegas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cada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s por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placas calientes en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Varilla de taponeo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Respaldo de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del Ø en uso (20–24 mm)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listas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Extractores-enderezadores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Sacan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Modo cola 0.5–1.0 m/min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Rociado secundario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 hasta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Apagado por zona con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Seguimiento de cola activo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Carro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Posición de desescoriado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Caja de escoria seca en posición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 los tubos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2,000 L/min por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Encendida hasta el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Cs-137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Obturador para inspección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 disponible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Niveles de cierre y velocidad de cola, sin atajos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Residual de la última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2–4 t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en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de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cierre L1 y L6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430–470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cierre L2 y L5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330–370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cierre L3 y L4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280–320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ya: vórtice y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Caída del menisco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80–150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de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0.8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0.5–1.0 m/min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1.5 con cola en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la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 al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15 min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Apagado 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la apagues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Largo mínimo de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6 m [Validar Laminación]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6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chatarra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Niveles de cierre, velocidad de cola y tiempo de agua: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agua al molde: la cola se saca con velocidad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Prohibido agua al molde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cola se saca solo con la velocidad de cola; agua sobre acero bajo una costra = explosión (MS-ACE-03).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Cola lenta, sin breakout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1.0 m/min hasta que la cola sale del molde; ante breakout, detén la línea y evacúa a ≥ 20 m (MS-ACE-09).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Caja de escoria seca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≤ 15 m del punto de volteo, nadie a pie; caja seca (MS-ACE-01, MS-ACE-03).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ESR y LOTO antes de inspeccionar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ESR cierra obturadores, pone candado y mide &lt; 2 × fondo; LOTO de extractores, oscilador y carro.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Chamarra y polainas aluminizadas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filtro IR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de fundidor y ropa retardante a la flama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dosímetro personal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candado del ESR antes de inspeccionar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Figura: ms-loto-puntos-cc.svg.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6" y="1417320"/>
            <a:ext cx="576942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molde: se cierra solo con la máquina vacía, sin acero líquido (punto 1).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Extractores, oscilación y carro con candado; barra falsa estacionada con pasador.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Cs-137: obturador cerrado con el candado del ESR (punto 7).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Colas marcadas y moldes inspeccionados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al cerrar la última línea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300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 (tendencia)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de escoria en colas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Identificación de colas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Marcadas C; largo ≥ 6 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Rechupe de cola como producto normal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de moldes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Desgaste, rayas y conicidad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fin de secuencia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 y grietas en la siguiente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inspección del fin de secuencia es la primera defensa contra la romboidad de la siguiente secuencia.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nueve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y prepara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avisa la última olla por radio; 6 placas ciegas calientes en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enterados; placas listas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última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 residual (2–4 t) o al ver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escoria en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L1 y L6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450 mm, con placa ciega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cortado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L2 y L5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350 mm, con placa ciega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cortado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L3 y L4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300 mm; nunca por debajo de 250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cortado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Deja bajar el menisco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80–150 mm con la velocidad en fijo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Menisco baja sin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la velocidad de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0.5–1.0 m/min; no eches agua al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 fuera del molde sin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nueve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Apaga por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Oscilación y EMS al salir la cola del molde; rociado zona por zona detrás de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Zonas apagadas tras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y marca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 C; si mide &lt; 6 m, a chatarra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 identificada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Carro a desescoriado; residual a la caja de escoria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fuera; zona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la olla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la lleva a la nave de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Torreta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Mantén el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15 min después de la última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Tubos fríos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Pide al ESR los obturadores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cierra, bloquea y mide en las 6 líneas (&lt; 2 × fondo, MS-ACE-07)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C-16,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 a la máquina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Extractores, oscilador y carro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puestos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nueve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moldes y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Rayas, desgaste, restos de acero y boquillas; avisa a 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Hallazgos registrados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S-14, 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 la secuencia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Coladas, duración, causa del fin y cierres de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secuencia 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Breakout de cola: detener, mantener agua y evacuar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antes de cerrar centrales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de inmediato las líneas restantes; marca las colas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Breakout de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la línea; mantén agua de molde y secundaria; evacúa a ≥ 20 m; el ESR revisa el Cs-137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placa ciega no cierra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con varilla (MO-CC2-06)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 atorada en enderezadores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Detén; LOTO; mantenimiento la 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Fin anticipado por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olla y las 6 líneas; sigue la cola solo si es seguro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Obturador que no cierra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en el molde; aléjate ≥ 3 m y acordona; el ESR atiende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(ESR)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fines de secuencia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fines de secuencia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protección radiológica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fines de secuencia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POE 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la olla sin pasar escoria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las líneas de los extremos al centro en los niveles definidos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Saca la cola a ≤ 1.0 m/min y explica por qué no se usa agua en el molde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el distribuidor con la caja de escoria seca y nadie en la zona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Mantiene el agua de molde ≥ 15 min después de la última cola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interviene moldes sin candado y medición del ESR y sin LOTO de la máquina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fines de secuencia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MO-CC2-07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qué orden se cierran las líneas al fin de secuencia?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L3-L4, L2-L5, L1-L6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L1-L6, L2-L5, L3-L4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Todas a la vez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¿Por qué nunca se echa agua al molde para sellar la cola?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Porque ensucia el tubo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Porque enfría de más la cola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Porque puede atrapar agua y explotar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velocidad máxima se saca la cola del molde?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1.0 m/min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2.5 m/min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3.5 m/min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tiempo se mantiene el agua de molde tras la última cola?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≥ 2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≥ 15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≥ 2 h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nivel del distribuidor se cierra de inmediato cualquier línea abierta?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&lt; 250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&lt; 500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&lt; 700 mm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fin de secuencia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 (pendientes: seguridad,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agua dentro del molde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cola se saca solo con la velocidad de cola.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Extremos primero, centro al final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450, 350 y 300 mm; nunca por debajo de 250 mm.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hasta el final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15 min después de la última cola.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Moldes solo con ESR y LOTO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bloqueado por el ESR y candados puestos antes de inspeccionar.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MO-CC2-07 — Fin de colada y cierre de secuencia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2026-09-25T19:42:29Z</dcterms:created>
  <dcterms:modified xsi:type="dcterms:W3CDTF">2026-09-25T19:42:29Z</dcterms:modified>
</cp:coreProperties>
</file>