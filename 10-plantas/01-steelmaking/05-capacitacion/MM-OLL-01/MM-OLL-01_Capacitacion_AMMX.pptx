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Cada olla que entra al ciclo abre y cierra seguro, pasa argón y tiene espesor y muñones sanos. Principio rector: Si la válvula no cierra en la prueba de 3 carreras, la olla no se libera.
PUNTOS A CERRAR: Presentar a los participantes, el objetivo y la ruta de certificación (teoría → OJT → evaluación práctica).
[POR CONFIRMAR] Barreno nominal, sello mínimo, fuerza de resortes y vida de placas con el OEM · Caudal objetivo del tapón 150–200 NL/min y espesores residuales (supuestos) · Intervalo de reparación intermedia (≈ 30–40 coladas) y desgaste de muñón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Vida de placas 2–5 coladas, presión del cilindro ≤ 1.2 × normal, desgaste de muñón ≤ 2 % y espesores: [Validar con OEM / C-15].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&gt; 10 mm — Objetivo ≤ 3 mm, tolerancia ≤ 6 mm; arriba de 10 mm sobre el nominal se cambian.
2) b) 3 — Tres aperturas y cierres con carrera completa, cierre total y presión ≤ 1.2 × normal.
3) b) Retirar de ciclo — Más de 400 °C: la olla sale de ciclo (se vacía si está llena). Alarma desde 350 °C.
4) c) 8 h — Olla fría más de 4 h: al menos 8 h de precalentamiento hasta 1,000–1,100 °C.
5) b) Olla fuera hasta evaluación — Cualquier grieta retira la olla: un muñón roto deja caer 150 t de acero.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Barreno nominal, sello mínimo, fuerza de resortes y vida de placas con el OEM · Caudal objetivo del tapón 150–200 NL/min y espesores residuales (supuestos) · Intervalo de reparación intermedia (≈ 30–40 coladas) y desgaste de muñón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MM-OLL-01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Válvula y tapón de ollas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olla que entra al ciclo abre y cierra seguro, pasa argón y tiene espesor y muñones sanos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(S-24 Refractarista)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10 cambios + 1 reline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estable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Energías aisladas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 y resortes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carreras y argón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 y 1,000 °C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Tarjeta firmada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S-24 Refractarista · S-08 Preparador de Ollas · S-09 Grúa de Colada · S-19 / S-22 · personal de reline · C-15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liberas ollas que cierran y no perforan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 antes de abrir el marco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 desconectado, cilindro retirado, precalentador bloqueado y purgado; candado personal y energía cero.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Rechazar placas a tiempo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Barreno &gt; 10 mm, surco &gt; 3 mm, sello &lt; 35 mm o grieta hasta el borde: se cambian.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válvula y tapón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Resortes a fuerza OEM ±10 %, 3 carreras con cierre total y tapón con 100–200 NL/min.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solo ollas sanas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≥ 50 mm, barril ≥ 40 mm, coraza ≤ 350 °C, END vigente y 1,000–1,100 °C.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perforada o una válvula que no cierra es un derrame de 150 t de acero en la torreta o en el traslado. Un muñón agrietado deja caer la olla llena. Y una colectora o un tapón mal preparados reoxidan el acero y dejan inclusiones.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válvula no cierra en la prueba de 3 carreras, la olla no se libera.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C-15 decide la reparación; S-08 firma cada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preparación de ollas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 de Refractarios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decide reparación o reline; libera la olla al ciclo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 Refractarista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Placas, buzas, tapón, reline y reparación intermedia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 Preparador de Ollas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posvaciado, limpieza, prueba de válvula y argón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Traslados al taller y volteo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/ S-22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Mecanismo de la válvula, cilindro, volteador y precalentadores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S-23 Soldador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Coraza y soportes; no en muñones sin procedimiento aprobado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Inspector END nivel II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Partículas magnéticas y ultrasonido de muñones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Espacio confinado, polvo y calor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olla vacía se inspecciona antes de volver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vacía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 colar en CC; volteo y limpieza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Placas, colectora, tapón, termoescáner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Fuera de criterio: cambio y colectora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100–200 NL/min: limpiar o cambiar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 y coraza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Fuera de criterio: reparación o reline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1,000–1,100 °C; fría &gt; 4 h: ≥ 8 h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válvula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carreras + arena (MO-OLL-01)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Tarjeta firmada; recibe C-04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colada la olla se vuelve a ganar su lugar en el ciclo: placas, tapón, espesor y temperatura.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válvula no cierra en la prueba de 3 carreras, la olla no se libera.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Placas, tapón y línea de escoria deciden la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Figura: olla-corte-valvula-tapon.svg.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olla-corte-valvula-tap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79" y="1417320"/>
            <a:ext cx="654908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línea de escoria MgO-C es la zona de desgaste crítico; el barril y el fondo son Al₂O₃-MgO-C.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válvula deslizante tiene buza superior, placa fija, placa deslizante y buza colectora.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poroso inyecta argón; la cara caliente se precalienta a 1,000–1,100 °C.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componentes; la válvula debe cerrar siempre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 fija y móvil (2 o 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Abrir, regular y cerrar el chorro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Barreno típ. Ø 60–75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criterio de desgaste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colectora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Guiar el chorro al tubo protector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Unida a la placa móvil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Erosión ≤ 5 mm en el asiento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Mecanismo (marco, resortes, cilindro)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Apretar placas y deslizar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Fuerza de resortes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Carrera completa, sin trabarse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poroso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Inyectar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Cambiable desde afuera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100–200 NL/min; residual ≥ 150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Revestimiento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Contener acero y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MgO-C escoria; Al₂O₃-MgO-C barril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≥ 50 mm; barril ≥ 40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Coraza y muñones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Soporte e izaje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Acero estructural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grietas; END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Precalentador (GN + aire)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Secar y precalentar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 cara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 y flama operando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Barreno &gt; 10 mm o coraza &gt; 400 °C: fuera de ciclo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Crecimiento del barreno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6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 mm: cambiar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Surco en la carrera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 mm o 50 % del sello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remanente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35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Fuerza de resortes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90 %: cambiar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cambio de placas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del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150–200 NL/min [Sup.]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100–200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100 o sin burbujeo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residual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80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≥ 50; barril ≥ 40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 mínimo: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 por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350 alarma; &gt; 400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1,000 °C: no enviar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Vida de placas 2–5 coladas, presión del cilindro ≤ 1.2 × normal, desgaste de muñón ≤ 2 % y espesores: [Validar con OEM / C-15].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Válvula que no cierra: 150 t de acero en el piso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de GN, argón e hidráulica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Precalentador con candado y purga; argón desconectado; cilindro retirado; volteador con perno. Candado personal (MS-ACE-02).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Prueba de energía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Encendido del precalentador y movimiento del volteador rechazados; O₂ 19.5–23.5 %, CO &lt; 25 ppm, &lt; 10 % LEL para entrar.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Reline: espacio confinado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NOM-033, precalentador bloqueado, argón desconectado, O₂ medido abajo, en medio y arriba; ≤ 1 % de lectura LEL para soldar.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olla izada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de ± 5 m de su proyección (MS-ACE-04); refractario nuevo con secado completo y ≥ 1,000 °C antes del acero.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aluminizada en olla caliente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visor dorado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en demolición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Entrada a olla: arnés con línea de rescate y 4 gases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llena en traslado: zona roja a ± 5 m de la ruta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Traslado de olla llena: roja en el eje de la ruta ± 5 m; amarilla ± 15 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fosa de emergencia seca recibe una olla perforada; nunca agua sobre el metal.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Desde cualquier punto de zona roja se llega a refugio o zona verde en ≤ 30 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colectora mal sellada aspira aire y reoxida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libre de la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98 %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 en CC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Lanceo con O₂: reoxidación, N, clogging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 de argón por el tapón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caudal mínimo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colada en LF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 &gt; 0.010 %; inclusiones sin flotar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colectora–tubo protector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Asiento sin erosión &gt; 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Aspira aire: reoxidación, Al₂O₃, 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Estado del revestimiento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desprendimientos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Macro-inclusiones exógenas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T; buza congelada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bien preparada abre sola en CC; una mal preparada obliga a lancear y reoxida el acero.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diez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Vacía, limpia de escoria, sobre base estable o en volteador con perno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S-09, 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Aísla energías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desconectado, cilindro retirado, precalentador bloqueado y purgado; candado personal;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Energía cero probada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S-08, 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el marco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resortes con la herramienta OEM, nunca a golpes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Resortes descargados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placas y colectora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asientos del marco; revisa la buza interna con lámpara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interna sin grieta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las placas retiradas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Barreno, surco y grietas contra la tabla de criterios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Desgaste registrado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placas nuevas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lote y planitud; mortero ≤ 1 mm; orientación correcta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Placas asentadas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marco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Aprieta resortes a la fuerza OEM; verifica con el dispositivo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Fuerza ±10 %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diez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carrera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 el cilindro; abre y cierra 3 veces; presión ≤ 1.2 × normal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Carrera y cierre total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 argón; prueba el caudal a la presión de prueba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100–200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el tapón si aplica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desde afuera con extractor; limpia asiento; coloca con mortero; prueba caudal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≥ mínimo,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espesor y coraza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de la última colada y termoescáner; medición si toca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/ 40 mm; ≤ 350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Precalienta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1,000–1,100 °C; si estuvo fría más de 4 h, al menos 8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alcanzada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Tarjeta de olla firmada (placas, tapón, espesor, temperatura) y recibida por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Tarjeta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Coraza &gt; 400 °C o grieta en muñón: olla fuera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no cierra en 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Desviar a olla de emergencia o fosa seca; evacuar a ≥ 25 m; nunca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 acero entre placas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si es posible; retirar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Coraza &gt; 400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Retirar de ciclo; vaciar si está llena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sin paso de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Lanceo desde adentro (olla vacía y caliente) o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no alcanza 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precalentador, GN y termopar; no enviar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Indicación en END de muñón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fuera de servicio hasta evaluación de ingeniería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C-10,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S-24 Refractarista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10 placas + 1 reline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confinado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S-08 Preparador de Ollas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20 ollas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 de reline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NOM-033 (8 h) + NOM-015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Simulacro de rescate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traslados y volteos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Inspector END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II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Externo (ASNT/ISO 9712)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certificación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Asegura la olla en base o volteador con perno y aísla energías con candado personal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Abre el marco con la herramienta OEM y rechaza placas fuera de criterio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fuerza de resortes y 3 carreras con cierre total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el tapón con caudal y sin fuga en el asiento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 espesor y termoescáner; precalienta ≥ 1,000 °C (fría &gt; 4 h: ≥ 8 h)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la tarjeta de olla; en reline mide gases y desconecta argón antes de entrar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/ 10 placas + 1 reline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confinado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MM-OLL-01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crecimiento del barreno se cambian las placas?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&gt; 3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&gt; 10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&gt; 20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¿Cuántas carreras se prueban antes de liberar la válvula?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termoescáner marca 410 °C en la coraza.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Liberar y vigilar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Retirar de ciclo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Enfriar con agua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estuvo fría 6 h. ¿Cuánto se precalienta como mínimo?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2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4 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8 h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pasa si el END encuentra una grieta en un muñón?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 suelda en el turno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Olla fuera hasta evaluación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 usa con carga reducida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las ollas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pendiente.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3 carreras con cierre total no sale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válvula debe abrir y cerrar completa antes de liberar.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Coraza &gt; 400 °C: fuera de ciclo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&lt; 50 mm o barril &lt; 40 mm también retiran la olla.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Muñón con grieta: olla fuera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END anual y tras cualquier golpe; nadie bajo una olla izada.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y energía cero no se abre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GN, argón, cilindro y volteador aislados con candado personal.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MM-OLL-01 — Cambio de placas de válvula deslizante y tapón poroso; revestimiento y reparación de ollas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2026-09-25T19:42:26Z</dcterms:created>
  <dcterms:modified xsi:type="dcterms:W3CDTF">2026-09-25T19:42:26Z</dcterms:modified>
</cp:coreProperties>
</file>