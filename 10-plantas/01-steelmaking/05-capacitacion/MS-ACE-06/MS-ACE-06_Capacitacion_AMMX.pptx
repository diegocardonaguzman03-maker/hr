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Tu detector es tu nariz: pórtalo encendido, probado y a ≤ 30 cm de la boca, y obedece sus alarmas. Principio rector: Porta tu detector y obedécelo.
PUNTOS A CERRAR: Presentar a los participantes, el objetivo y la ruta de certificación (teoría → OJT → evaluación práctica).
[POR CONFIRMAR] Umbrales CO 25/200 ppm con NOM-010 vigente (alternativa conservadora: 50 ppm para sector) · Frecuencia de prueba de detectores fijos y de válvulas ESD; cierre ≤ 5 s (OEM) · Calibración de detectores portátiles según fabricante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CO: IDLH 1,200 ppm (NIOSH); 200 ppm = techo NIOSH. Todos los valores normativos [Verificar con la NOM vigente / SSO].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L (Aprendizaje y Práctica Supervisada).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Salgo a zona verde y aviso — A1: CO 25 ppm, sal a aire limpio y avisa. No reingreses hasta &lt; 25 ppm.
2) b) 200 ppm — A2: 200 ppm (techo NIOSH), evacuación del sector; solo brigada con ERA.
3) b) Abajo: fosas y sótanos — Densidad 1.38: baja y desplaza el O₂ sin olor ni aviso.
4) b) Operar un interruptor — Un interruptor puede ser la chispa. Sal, avisa y corta el gas con la válvula ESD.
5) a) ≤ 30 cm — En la zona respiratoria, ≤ 30 cm y sin cubrir con ropa, para leer lo que respiras.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Umbrales CO 25/200 ppm con NOM-010 vigente (alternativa conservadora: 50 ppm para sector) · Frecuencia de prueba de detectores fijos y de válvulas ESD; cierre ≤ 5 s (OEM) · Calibración de detectores portátiles según fabricante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Gases de la Acería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detector es tu nariz: pórtalo encendido, probado y a ≤ 30 cm de la boca, y obedece sus alarmas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(todo el personal)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ppm de CO: sal del área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(personal)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Bump test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bien puesto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en depresión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A1: salir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A2: evacuar sector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 medido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Todo el personal de nave · S-01 · S-06 · S-12 · S-08 · S-15 · S-16 · S-21 · C-04 · C-16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reconoces la alarma y sales a tiempo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Identificar los cinco gases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 se mezcla; argón se acumula abajo; gas natural e H₂ suben; O₂ alto hace arder la ropa.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Portar y probar el detector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Bump test diario, batería ≥ 12 h, calibración vigente; encendido a ≤ 30 cm de la nariz y la boca.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Responder a la alarma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 (CO 25 ppm, O₂ fuera de 19.5–23.5 %, 10 % LEL): sal. A2 (CO 200 ppm, 20 % LEL): evacuación del sector.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rescatar sin ERA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alguien cae en zona con gas: alarma y esperar a la brigada; reingreso solo con medición de C-16.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Ninguno de estos gases se ve y casi ninguno se huele. El CO a 1,600 ppm mata en menos de 2 h; el argón desplaza el oxígeno sin aviso; el O₂ alto hace que la ropa arda con violencia; el gas natural explota. El detector personal es la única forma de saberlo a tiempo.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 tu detector y obedécelo.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persona porta su detector; C-04 evacúa el sector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con los gases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mapa de detectores fijos; límites de alarma; NOM-010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Ordena evacuaciones de sector; coordina la respuesta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 / 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y calibra detectores fijos y portátiles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S-06, S-12 Púlpitos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Vigilan detectores fijos y cortan el suministro de gas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Oxicorte sin fugas; revisa mangueras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el personal de nave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Porta detector personal probado; obedece las alarmas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/ C-08 Ingenieros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Ajustes que reducen emisiones (horno −5 a −15 Pa)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alarma decide: A1 sales tú, A2 sale el sector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Bump test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Batería ≥ 12 h; calibración vigente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Autocero en aire limpio; ≤ 30 cm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Fijos en HMI; horno −5 a −15 Pa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 a verde; avisa lugar y lectura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evacúa el sector; corte ESD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ERA no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 y espera a la brigada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 &lt; 25 ppm, O₂ OK, &lt; 10 % LEL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Descarga de picos y carga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10 % LEL no se opera ningún interruptor: el gas se corta desde la válvula remota.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 tu detector y obedécelo.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fuga de gas: sal contra el viento, sin chispas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Rama E: CO ≥ 25 ppm sal; CO ≥ 200 ppm evacúa el sector.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&lt; 19.5 % o &gt; 23.5 %: no entres y sal contra el viento por la ruta.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chispas: corta el gas con la válvula remota, no con interruptores.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 solo de la brigada con ERA y medición continua.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LF el argón puede acumularse bajo la plataforma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Figura: lf-horno-olla.svg.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lf-horno-ol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agitación fuerte usa 400–600 NL/min de argón.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argón pesa 1.38 veces el aire: se acumula en fosas y sótanos.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fuga en conexiones se aísla y se mide O₂ en la zona.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probado cada día; fijos y ESD cada mes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personal multigás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Protección individual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O₂, CO, LEL, H₂S; alarmas A1/A2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diario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Detectores fijos de 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Plataformas, torreta, casa de bolsas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Sirena y luz local y en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con gas mensual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Detectores fijos de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Estaciones de Ar/N₂/O₂, fosas,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&lt; 19.5 % y &gt; 23.5 %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mensual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Detectores fijos de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Gas natural, precalentadores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10 % y 20 % LEL; corte a 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Válvulas ESD de GN y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remoto del suministro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≤ 5 s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trimestral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Arrestaflamas y antirretorno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Oxicorte y precalentadores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cada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y reingreso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≥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 y 200 ppm, 19.5–23.5 % y 10/20 % LEL mandan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A1: acción individual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A2: acción de sector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Referencia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 ppm: sal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200 ppm: evacuar sector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NOM-010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19.5 %: sal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Fijo &lt; 19.5 %: evacuar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NOM-033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alto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23.5 %: sal, sin chispas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Fijo: aislar O₂, evacuar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NOM-033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Gas natural / H₂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10 % LEL: sal, corta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20 % LEL: evacuar,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NOM-033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Confinado: entrada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Caliente: ≤ 1 % lectura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MS-ACE-05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−5 a −15 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 Pa: alejar 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FT-ACE-001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Reingreso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&lt; 25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OK y &lt;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CO: IDLH 1,200 ppm (NIOSH); 200 ppm = techo NIOSH. Todos los valores normativos [Verificar con la NOM vigente / SSO].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Gases que no se ven ni se huelen: el detector avisa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Detector personal probado y bien puesto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Bump test diario; encendido en aire limpio; a ≤ 30 cm de nariz y boca, sin cubrir con ropa.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Horno en depresión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 en operación y presión −5 a −15 Pa. Si es positiva: reducir O₂ y potencia y alejar al personal de la puerta.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Corte remoto y arrestaflamas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Válvulas ESD de gas natural y O₂; arrestaflamas y antirretorno en oxicorte y precalentadores.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Rescate solo con ERA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entra a una zona con gas sin ERA. Alarma, esperar a la brigada; reingreso con medición de C-16.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 encendido a ≤ 30 cm de la boca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sin grasa ni aceite cerca de O₂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Prohibido soplar la ropa con oxígeno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para humos según evaluación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 solo para brigada en rescate y reingreso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detector solo protege en la zona respiratoria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detector va a ≤ 30 cm de la nariz y la boca.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Cubierto por la ropa o en la cintura lee tarde.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 obligatorio en hornos, LF, torreta, fosas y casa de bolsas.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descargado: cada pico de CO se investiga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y calibración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Pasa; calibración vigente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Diario; registro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fuera de uso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Descarga de detectores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Picos &gt; 25 ppm CO investigados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entregar el detector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Exposición sin atender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Detectores fijos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Mapa y prueba mensual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/ S-21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sin detección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Válvulas ESD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probado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Trimestral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sin corte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Evaluación NOM-010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Agentes químicos y exámenes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y servicio médico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Exposición crónica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de argón en CC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entrada de aire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en HMI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Reoxidación, N alto en acero, clogging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pico de CO sobre 25 ppm en un detector personal se investiga hasta encontrar la fuente.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pasos; ocho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Recoge y prueba tu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en la estación; batería ≥ 12 h y fecha de calibración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la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Pórtalo bien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Enciéndelo en aire limpio (autocero); a ≤ 30 cm de nariz y boca, sin cubrirlo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Visible y encendido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fijos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inicio del turno: sin fallas ni alarmas activas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en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Púlpitos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la presión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−5 a −15 Pa; si es positiva, aleja al personal de la puerta y de la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negativa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Responde a A1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25 ppm, O₂ fuera de 19.5–23.5 % o 10 % LEL: sal a verde; avisa lugar y lectura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Salida inmediata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Responde a A2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200 ppm, 20 % LEL o alarma de fijo: C-04 evacúa el sector y corta el gas por ESD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Sector evacuado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púlpitos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rescates sin 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alguien cae en zona con gas: alarma, no entres, espera a la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víctimas adicionales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pasos; ocho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Reingresa con medición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o brigada con ERA mide: CO &lt; 25 ppm, O₂ 19.5–23.5 %, &lt; 10 % LEL; caliente ≤ 1 %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Lecturas registradas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oxicorte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Mangueras, arrestaflamas y antirretorno antes de encender; secuencia OEM; agua jabonosa en frío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S-16/S-15/S-08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el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Descarga los datos de picos de exposición y ponlo a cargar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Datos registrados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Mareo sin alarma también es señal: sal a aire limpio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Dolor de cabeza o mareo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 a aire limpio; servicio médico; revisa el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 inconsciente en LF o fosa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Alarma; no entres sin ERA;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Llama o chispas anormales en ropa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Aléjate; sin ignición; aísla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Olor a gas o sonido de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Sal; no operes interruptores; ESD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fijo en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portátil en la zona hasta su reparación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positiva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Reduce O₂ y potencia; evacúa la plataforma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L para todo el personal de nave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C8860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el personal de nave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Demostración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S-06, S-12 Púlpitos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eventos o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S-08, S-15, S-16 Oxicorte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encendidos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Detectores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calibraciones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Hace el bump test y porta el detector en la zona respiratoria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las alarmas CO 25/200 ppm, O₂ 19.5/23.5 %, 10/20 % LEL y su acción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Sabe que el argón no se huele y se acumula abajo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niega a rescatar sin ERA y activa la alarma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 arrestaflamas, antirretornos y mangueras antes de encender oxicorte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púlpito vigila la presión del horno y aleja al personal si es positiva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Demostración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MS-ACE-06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detector marca CO 25 ppm. ¿Qué haces?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Sigo trabajando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Salgo a zona verde y aviso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Apago el detector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lectura de CO C-04 evacúa el sector?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50 ppm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200 ppm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1,200 ppm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¿Dónde se acumula el argón?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Arriba, en el techo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Abajo: fosas y sótanos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mezcla igual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Hueles gas natural cerca de un precalentador. ¿Qué NO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Salir del área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Operar un interruptor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Avisar a C-04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distancia de la nariz y la boca va el detector personal?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30 cm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En la cintura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En el casco trasero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los gases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 tu detector y obedécelo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Probado, encendido y en la zona respiratoria todo el turno.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 sales tú; A2 sale el sector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 25/200 ppm; O₂ 19.5–23.5 %; gas natural 10/20 % LEL.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rescates sin ERA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 y brigada. Un rescate improvisado multiplica las víctimas.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soples la ropa con oxígeno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ropa enriquecida con O₂ arde con violencia.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MS-ACE-06 — Gases: CO, enriquecimiento de O₂, argón y N₂, gas natural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2026-09-25T20:02:42Z</dcterms:created>
  <dcterms:modified xsi:type="dcterms:W3CDTF">2026-09-25T20:02:42Z</dcterms:modified>
</cp:coreProperties>
</file>