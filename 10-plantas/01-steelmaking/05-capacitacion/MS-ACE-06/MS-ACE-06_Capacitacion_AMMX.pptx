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Tu detector es tu nariz: pórtalo encendido, probado y a ≤ 30 cm de la boca, y obedece sus alarmas. Principio rector: Porta tu detector y obedécelo.
PUNTOS A CERRAR: Presentar a los participantes, el objetivo y la ruta de certificación (teoría → OJT → evaluación práctica).
[POR CONFIRMAR] Umbrales CO 25/200 ppm con NOM-010 vigente (alternativa conservadora: 50 ppm para sector) · Frecuencia de prueba de detectores fijos y de válvulas ESD; cierre ≤ 5 s (OEM) · Calibración de detectores portátiles según fabricante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CO: IDLH 1,200 ppm (NIOSH); 200 ppm = techo NIOSH. Todos los valores normativos [Verificar con la NOM vigente / SSO].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L (Aprendizaje y Práctica Supervisada).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Salgo a zona verde y aviso — A1: CO 25 ppm, sal a aire limpio y avisa. No reingreses hasta &lt; 25 ppm.
2) b) 200 ppm — A2: 200 ppm (techo NIOSH), evacuación del sector; solo brigada con ERA.
3) b) Abajo: fosas y sótanos — Densidad 1.38: baja y desplaza el O₂ sin olor ni aviso.
4) b) Operar un interruptor — Un interruptor puede ser la chispa. Sal, avisa y corta el gas con la válvula ESD.
5) a) ≤ 30 cm — En la zona respiratoria, ≤ 30 cm y sin cubrir con ropa, para leer lo que respiras.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Umbrales CO 25/200 ppm con NOM-010 vigente (alternativa conservadora: 50 ppm para sector) · Frecuencia de prueba de detectores fijos y de válvulas ESD; cierre ≤ 5 s (OEM) · Calibración de detectores portátiles según fabricante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SEGURIDAD · MS-ACE-06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Gases de la Acería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 detector es tu nariz: pórtalo encendido, probado y a ≤ 30 cm de la boca, y obedece sus alarmas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(todo el personal)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ppm de CO: sal del área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de vigencia (personal)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Bump test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Detector bien puesto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Horno en depresión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A1: salir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A2: evacuar sector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Reingreso medido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Todo el personal de nave · S-01 · S-06 · S-12 · S-08 · S-15 · S-16 · S-21 · C-04 · C-16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MS-ACE-06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reconoces la alarma y sales a tiempo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MS-ACE-06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Reconocer los cinco gases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 se mezcla; argón se acumula abajo; gas natural e H₂ suben; O₂ alto hace arder la ropa.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Portar y probar el detector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Bump test diario, batería ≥ 12 h, calibración vigente; encendido a ≤ 30 cm de la nariz y la boca.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Responder a la alarma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A1 (CO 25 ppm, O₂ fuera de 19.5–23.5 %, 10 % LEL): sal. A2 (CO 200 ppm, 20 % LEL): evacuación del sector.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rescatar sin ERA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alguien cae en zona con gas: alarma y esperar a la brigada; reingreso solo con medición de C-16.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Ninguno de estos gases se ve y casi ninguno se huele. El CO a 1,600 ppm mata en menos de 2 h; el argón desplaza el oxígeno sin aviso; el O₂ alto hace que la ropa arda con violencia; el gas natural explota. El detector personal es la única forma de saberlo a tiempo.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Porta tu detector y obedécelo.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Cada persona porta su detector; C-04 evacúa el sector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MS-ACE-06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con los gases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Especialista de Seguridad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Dueño; mapa de detectores fijos; límites de alarma; NOM-010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 Jefe de Turno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Ordena evacuaciones de sector; coordina la respuesta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C-12 / S-21 Instrumentista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Mantiene y calibra detectores fijos y portátiles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S-01, S-06, S-12 Púlpitos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Vigilan detectores fijos y cortan el suministro de gas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S-16 Operador de Corte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Oxicorte sin fugas; revisa mangueras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 el personal de nave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Porta detector personal probado; obedece las alarmas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C-07 / C-08 Ingenieros de Proceso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Ajustes que reducen emisiones (horno −5 a −15 Pa)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alarma decide: A1 sales tú, A2 sale el sector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MS-ACE-06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461897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Bump test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Batería ≥ 12 h; calibración vigente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937385" y="1691640"/>
            <a:ext cx="1461897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0197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Portar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8310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Autocero en aire limpio; ≤ 30 cm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26130" y="1691640"/>
            <a:ext cx="1461897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49072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Vigilar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37185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Fijos en HMI; horno −5 a −15 Pa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714875" y="1691640"/>
            <a:ext cx="1461897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7946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A1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76059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Sal a verde; avisa lugar y lectura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103620" y="1691640"/>
            <a:ext cx="1461897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6821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A2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14934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C-04 evacúa el sector; corte ESD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7492365" y="1691640"/>
            <a:ext cx="1461897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5695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ERA no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753808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Alarma y espera a la brigada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881110" y="1691640"/>
            <a:ext cx="1461897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04570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Reingreso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92683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 &lt; 25 ppm, O₂ OK, &lt; 10 % LEL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10269855" y="1691640"/>
            <a:ext cx="1461897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43444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Entregar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031557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Descarga de picos y carga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10 % LEL no se opera ningún interruptor: el gas se corta desde la válvula remota.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Porta tu detector y obedécelo.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fuga de gas: sal contra el viento, sin chispas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MS-ACE-06 v0.2 (Borrador para validación) y FT-ACE-001 v0.3. Material de capacitación; no sustituye al manual. Figura: ms-emergencia-arbol-decision.svg.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ms-emergencia-arbol-decis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292" y="1417320"/>
            <a:ext cx="563525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Rama E: CO ≥ 25 ppm sal; CO ≥ 200 ppm evacúa el sector.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O₂ &lt; 19.5 % o &gt; 23.5 %: no entres y sal contra el viento por la ruta.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chispas: corta el gas con la válvula remota, no con interruptores.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Reingreso solo de la brigada con ERA y medición continua.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el LF el argón puede acumularse bajo la plataforma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MS-ACE-06 v0.2 (Borrador para validación) y FT-ACE-001 v0.3. Material de capacitación; no sustituye al manual. Figura: lf-horno-olla.svg.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pic>
        <p:nvPicPr>
          <p:cNvPr id="7" name="Image 1" descr="/home/user/HR/10-plantas/01-steelmaking/img/png/lf-horno-oll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1417320"/>
            <a:ext cx="6731000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agitación fuerte usa 400–600 NL/min de argón.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argón pesa 1.38 veces el aire: se acumula en fosas y sótanos.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fuga en conexiones se aísla y se mide O₂ en la zona.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Detector probado cada día; fijos y ESD cada mes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MS-ACE-06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Detector personal multigás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Protección individual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O₂, CO, LEL, H₂S; alarmas A1/A2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Bump test diario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Detectores fijos de 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Plataformas, torreta, casa de bolsas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Sirena y luz local y en púlpito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con gas mensual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Detectores fijos de O₂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Estaciones de Ar/N₂/O₂, fosas, LF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 &lt; 19.5 % y &gt; 23.5 %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mensual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Detectores fijos de LEL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Gas natural, precalentadores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10 % y 20 % LEL; corte a 20 %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mensual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Válvulas ESD de GN y O₂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Corte remoto del suministro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Cierre ≤ 5 s [Validar con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trimestral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Arrestaflamas y antirretorno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Oxicorte y precalentadores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 cada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Inspección mensual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Rescate y reingreso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30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Presión ≥ 90 %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 y 200 ppm, 19.5–23.5 % y 10/20 % LEL mandan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MS-ACE-06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77490"/>
                <a:gridCol w="2777490"/>
                <a:gridCol w="2777490"/>
                <a:gridCol w="277749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A1: acción individual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A2: acción de sector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Referencia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25 ppm: sal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200 ppm: evacuar sector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NOM-010 [Verificar]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O₂ bajo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19.5 %: sal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Fijo &lt; 19.5 %: evacuar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NOM-033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O₂ alto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23.5 %: sal, sin chispas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Fijo: aislar O₂, evacuar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NOM-033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Gas natural / H₂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10 % LEL: sal, corta gas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20 % LEL: evacuar, corte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NOM-033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Confinado: entrada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10 % LEL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Caliente: ≤ 1 % lectura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MS-ACE-05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Presión del horno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−5 a −15 Pa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0 Pa: alejar personal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FT-ACE-001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Reingreso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 &lt; 25 ppm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O₂ OK y &lt; 10 % LEL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CO: IDLH 1,200 ppm (NIOSH); 200 ppm = techo NIOSH. Todos los valores normativos [Verificar con la NOM vigente / SSO].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Gases que no se ven ni se huelen: el detector avisa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MS-ACE-06 v0.2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Detector personal probado y bien puesto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Bump test diario; encendido en aire limpio; a ≤ 30 cm de nariz y boca, sin cubrir con ropa.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Horno en depresión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 en operación y presión −5 a −15 Pa. Si es positiva: reducir O₂ y potencia y alejar al personal de la puerta.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Corte remoto y arrestaflamas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Válvulas ESD de gas natural y O₂; arrestaflamas y antirretorno en oxicorte y precalentadores.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Rescate solo con ERA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entra a una zona con gas sin ERA. Alarma, esperar a la brigada; reingreso con medición de C-16.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Detector multigás encendido a ≤ 30 cm de la boca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Ropa sin grasa ni aceite cerca de O₂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Prohibido soplar la ropa con oxígeno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Respirador P100 para humos según evaluación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ERA solo para brigada en rescate y reingreso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detector solo protege en la zona respiratoria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MS-ACE-06 v0.2 (Borrador para validación) y FT-ACE-001 v0.3. Material de capacitación; no sustituye al manual. Figura: ms-epp-acería.svg.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pic>
        <p:nvPicPr>
          <p:cNvPr id="7" name="Image 1" descr="/home/user/HR/10-plantas/01-steelmaking/img/png/ms-epp-acerí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970" y="1417320"/>
            <a:ext cx="6057900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detector va a ≤ 30 cm de la nariz y la boca.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Cubierto por la ropa o en la cintura lee tarde.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 obligatorio en hornos, LF, torreta, fosas y casa de bolsas.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Detector descargado: cada pico de CO se investiga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MS-ACE-06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se controla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Bump test y calibración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Pasa; calibración vigente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Diario; registro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Detector fuera de uso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Descarga de detectores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Picos &gt; 25 ppm CO investigados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 entregar el detector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Exposición sin atender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Detectores fijos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Mapa y prueba mensual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/ S-21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Zona sin detección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Válvulas ESD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Cierre probado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Trimestral [Supuesto]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Fuga sin corte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Evaluación NOM-010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Agentes químicos y exámenes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y servicio médico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Exposición crónica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Sello de argón en CC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entrada de aire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Continuo en HMI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Reoxidación, N₂ alto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Cada pico de CO sobre 25 ppm en un detector personal se investiga hasta encontrar la fuente.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Diez pasos; ocho no admiten error (1/2)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MS-ACE-06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Recoge y prueba tu detector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Bump test en la estación; batería ≥ 12 h y fecha de calibración vigente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Pasa la prueba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Pórtalo bien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Enciéndelo en aire limpio (autocero); a ≤ 30 cm de nariz y boca, sin cubrirlo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Visible y encendido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fijos en HMI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 inicio del turno: sin fallas ni alarmas activas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Todos en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Púlpitos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Vigila la presión del horno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−5 a −15 Pa; si es positiva, aleja al personal de la puerta y de la bóveda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Presión negativa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Responde a A1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 25 ppm, O₂ fuera de 19.5–23.5 % o 10 % LEL: sal a verde; avisa lugar y lectura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Salida inmediata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Responde a A2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 200 ppm, 20 % LEL o alarma de fijo: C-04 evacúa el sector y corta el gas por ESD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Sector evacuado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púlpitos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rescates sin 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alguien cae en zona con gas: alarma, no entres, espera a la brigada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víctimas adicionales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Diez pasos; ocho no admiten error (2/2)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MS-ACE-06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Reingresa con medición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o brigada con ERA mide: CO &lt; 25 ppm, O₂ 19.5–23.5 %, &lt; 10 % LEL; caliente ≤ 1 %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Lecturas registradas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oxicorte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Mangueras, arrestaflamas y antirretorno antes de encender; secuencia OEM; agua jabonosa en frío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fugas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S-16/S-15/S-08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Entrega el detector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Descarga los datos de picos de exposición y ponlo a cargar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Datos registrados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Mareo sin alarma también es señal: sal a aire limpio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MS-ACE-06 v0.2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Dolor de cabeza o mareo sin alarma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Sal a aire limpio; servicio médico; revisa el detector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médico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Persona inconsciente en LF o fosa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Alarma; no entres sin ERA; brigada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Llama o chispas anormales en ropa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Aléjate; sin ignición; aísla O₂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Olor a gas o sonido de fuga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Sal; no operes interruptores; ESD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Detector fijo en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Detector portátil en la zona hasta su reparación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Presión positiva del horno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Reduce O₂ y potencia; evacúa la plataforma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L para todo el personal de nave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MS-ACE-06 v0.2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C8860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 el personal de nave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Demostración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S-01, S-06, S-12 Púlpitos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 eventos o simulador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S-08, S-15, S-16 Oxicorte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 encendidos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 Detectores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 calibraciones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C-16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Simulacro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Hace el bump test y porta el detector en la zona respiratoria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Explica las alarmas CO 25/200 ppm, O₂ 19.5/23.5 %, 10/20 % LEL y su acción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Sabe que el argón no se huele y se acumula abajo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 niega a rescatar sin ERA y activa la alarma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Revisa arrestaflamas, antirretornos y mangueras antes de encender oxicorte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púlpito vigila la presión del horno y aleja al personal si es positiva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MS-ACE-06 v0.2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Demostración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MS-ACE-06 v0.2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 detector marca CO 25 ppm. ¿Qué haces?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Sigo trabajando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Salgo a zona verde y aviso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Apago el detector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¿Con qué lectura de CO C-04 evacúa el sector?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50 ppm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200 ppm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1,200 ppm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¿Dónde se acumula el argón?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Arriba, en el techo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Abajo: fosas y sótanos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Se mezcla igual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Hueles gas natural cerca de un precalentador. ¿Qué NO haces?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Salir del área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Operar un interruptor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Avisar a C-04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¿A qué distancia de la nariz y la boca va el detector personal?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≤ 30 cm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En la cintura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En el casco trasero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los gases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seguridad (pendientes: técnica, laboral, diseño instruccional).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Porta tu detector y obedécelo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Probado, encendido y en la zona respiratoria todo el turno.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A1 sales tú; A2 sale el sector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 25/200 ppm; O₂ 19.5–23.5 %; gas natural 10/20 % LEL.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Nunca rescates sin ERA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Alarma y brigada. Un rescate improvisado multiplica las víctimas.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Nunca soples la ropa con oxígeno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ropa enriquecida con O₂ arde con violencia.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MS-ACE-06 — Gases: CO, enriquecimiento de O₂, argón y N₂, gas natural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2026-09-25T19:42:32Z</dcterms:created>
  <dcterms:modified xsi:type="dcterms:W3CDTF">2026-09-25T19:42:32Z</dcterms:modified>
</cp:coreProperties>
</file>