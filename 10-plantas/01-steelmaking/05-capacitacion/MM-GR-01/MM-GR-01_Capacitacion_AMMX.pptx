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Que una grúa de 250/63 t nunca deje caer una olla: gancho, cables, frenos dobles y límites en criterio. Principio rector: Cualquier criterio de rechazo deja la grúa fuera de servicio para colada hasta corregir.
PUNTOS A CERRAR: Presentar a los participantes, el objetivo y la ruta de certificación (teoría → OJT → evaluación práctica).
[POR CONFIRMAR] Par de frenos, entrehierro, desgaste de pernos y pestañas con el OEM · Programa NOM-006 de cada grúa y periodicidad de la prueba de carga · Disponibilidad de grúa ≥ 98 % (supuesto) y vida de cables 12–24 meses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Criterios de NOM-006, ASME B30.2/B30.10, ISO 4309 y OEM: prevalece el más estricto. Entrehierro, pernos y pestañas: [Validar con OEM].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&gt; 5 % — Se compara con la medida de origen entre punzonados: más de +5 % retira el gancho.
2) b) ≥ 5 % — Reducción ≥ 5 % del nominal; se mide en 3 puntos y en 2 direcciones a 90°.
3) b) Un freno a la vez — Cada freno por separado (F1, F2 y F3) debe sostener ≥ 125 % sin deslizar, sin nadie bajo la carga.
4) b) Bajarla a su base; grúa fuera — Freno desgastado o desajustado: la grúa sale de servicio; avisar a C-04 y C-11.
5) b) C-11 — El 2.º límite se prueba con el 1.º puenteado solo bajo control de C-11, a baja velocidad.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Par de frenos, entrehierro, desgaste de pernos y pestañas con el OEM · Programa NOM-006 de cada grúa y periodicidad de la prueba de carga · Disponibilidad de grúa ≥ 98 % (supuesto) y vida de cables 12–24 meses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MANTENIMIENTO · MM-GR-01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Grúas de colada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 una grúa de 250/63 t nunca deje caer una olla: gancho, cables, frenos dobles y límites en criterio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(S-19 Mecánico grúas)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4 semanales + 1 anual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(grúas, izaje, alturas)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Bloque apoyado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y grúa vecina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Cables y gancho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Frenos y límites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por freno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Tarjeta verde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S-19 Mecánico · S-20 Electricista · S-09 Operador de Grúa de Colada · S-26 Lubricador · C-11 · C-04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detectas lo que tira una olla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Aislar la grúa y su vía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Bloque apoyado, rieles colectores e interruptor bloqueados, radio sin llave y grúa vecina bloqueada o con topes.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cables y gancho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Ø en 3 puntos y 2 direcciones; alambres rotos; apertura del gancho contra la medida de origen.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frenos y límites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F1, F2 y F3 uno por uno sostienen ≥ 125 % sin deslizar; límites superiores 1.º y 2.º cortan.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Retirar o liberar con firma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Cualquier criterio de rechazo saca la grúa de colada; si cumple, checklist y tarjeta verde en cabina.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olla de 150 t de acero líquido suspendida es el riesgo de mayor severidad de la Acería: si falla el gancho, el cable o el freno, el derrame puede causar múltiples fatalidades. Las grúas se inspeccionan en cuatro niveles y prevalece el criterio más estricto.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Cualquier criterio de rechazo deja la grúa fuera de servicio para colada hasta corregir.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C-11 retira o libera la grúa; C-04 la recibe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inspección de grúas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 Supervisor de Mantenimiento Mecánico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programa inspecciones, libera o retira de servicio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Gancho, balancín, cables, frenos, reductores y estructura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Motores, variadores, límites, thrusters, colectores y radio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Operador de Grúa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Checklist diario; prueba de límite superior y frenos en vacío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S-26 Lubricador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Lubricación de cables, reductores y ruedas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S-23 Soldador Calificado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Reparaciones estructurales con procedimiento aprobado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Inspector END nivel II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Partículas magnéticas, ultrasonido e inspección periódica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 (externo)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Jefe de Turno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Disponibilidad de grúas; recibe la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(operación)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Diaria, semanal, mensual y anual: cuatro filtros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660289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Diaria (S-09)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Checklist, límite superior, frenos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35777" y="1691640"/>
            <a:ext cx="1660289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00369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Semanal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181497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Cables, frenos, límites, gancho visual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722914" y="1691640"/>
            <a:ext cx="1660289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887506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Mensual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768634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 de cada freno; medición de gancho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310051" y="1691640"/>
            <a:ext cx="1660289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74643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Semestral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355771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Limitador de carga al 110 %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897189" y="1691640"/>
            <a:ext cx="1660289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061781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Anual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942909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 periódica y END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484326" y="1691640"/>
            <a:ext cx="1660289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648918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125 %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530046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 reparación mayor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0071463" y="1691640"/>
            <a:ext cx="1660289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236055" y="1691640"/>
            <a:ext cx="1331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117183" y="2441448"/>
            <a:ext cx="1495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Firma C-11 y C-04; tarjeta verde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cualquier nivel, un criterio de rechazo manda la grúa a tarjeta roja y reparación con LOTO.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Cualquier criterio de rechazo deja la grúa fuera de servicio para colada hasta corregir.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Gancho, frenos dobles y cable tienen su rechazo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 Figura: mm-gancho-grua-inspeccion.svg.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m-gancho-grua-inspec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1417320"/>
            <a:ext cx="646176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Gancho laminado: retirar si la apertura entre punzonados crece &gt; 5 %, si hay grieta o remache flojo.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F1 y F2 frenan cada motor y F3 frena el tambor; cada freno sostiene ≥ 125 % de la carga nominal.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Cable: retirar con Ø −5 %, 6 alambres rotos en un paso o 3 en un torón, coca o daño por calor.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componentes deciden si la olla se sostiene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Ganchos laminados en balancín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Tomar los muñones de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Apertura, desgaste y END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Balancín y pernos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Unir ganchos al bloque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Pernos con seguro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END anual sin indicaciones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Cables de izaje (IWRC)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Suspender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Ø nominal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Criterios ISO 4309 / B30.2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Frenos de servicio F1/F2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Sostener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125 % par nominal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par 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 de emergencia F3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Actúa por sobrevelocidad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Disco en tambor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Límites superiores 1.º y 2.º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Evitar golpe del bloque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Redundantes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Probados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Limitador de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Evitar sobrecarga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Disparo al 110 %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Gancho +5 % o cable −5 %: la grúa sale de colada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Tolerancia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/ rechazo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del gancho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Medida de origen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+2 %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+5 %: retirar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 (medición)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Desgaste gancho laminado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5 %: retirar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Torsión del gancho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0°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5°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10°: retirar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Diámetro del cable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98 %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96 %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Reducción ≥ 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Semanal (3 puntos)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Alambres rotos por paso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al azar o 3 en torón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Semanal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de cada freno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125 %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125 % o desliza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Balatas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70 %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50 %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Semanal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Limitador de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Disparo 110 %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dispara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Semestral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Criterios de NOM-006, ASME B30.2/B30.10, ISO 4309 y OEM: prevalece el más estricto. Entrehierro, pernos y pestañas: [Validar con OEM].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de 150 t suspendida: el riesgo más severo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de grúa, vía y grúa vecina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Seccionador de colectores, interruptor principal, radio sin llave, frenos y calzas; grúa vecina bloqueada o topes en riel.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Prueba de energía cero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de tensión en colectores (3 fases); movimiento desde cabina y radio rechazado; bloque apoyado, cables sin tensión.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Siempre anclado en altura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Línea de vida en pasillos del puente y del carro (NOM-009); permiso de altura.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bajo la carga en pruebas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Piso acordonado bajo la grúa; pruebas de freno y de carga sin personas bajo la carga.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barbiquejo y lentes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y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Arnés de cuerpo completo con línea de vida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 y 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eléctrico según categoría en tableros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grúa detenida enfría la olla y corta la secuencia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Disponibilidad de grúa de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98 % [Supuesto]; 1 siempre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 en CMMS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espera: pierde T, corta secuencia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Suavidad de movimientos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tirones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funcional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Oleaje, derrame, reoxidación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traslado de olla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Estable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KPI de operación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Sobrecalentamiento fuera de 20–30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Siempre debe quedar una grúa de colada disponible: la inspección se programa alternando grúas.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Catorce pasos; once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Coordina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a bahía de reparación sin carga; la otra grúa cubre la operación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Autorización de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Apoya bloque y balancín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Balancín en su base; cables sin tensión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Carga 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Colectores, interruptor principal, radio sin llave, frenos y calzas, grúa vecina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puestos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energía 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de tensión en colectores; intento de movimiento rechazado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energía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Accede anclado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 de vida en pasillos del puente y del carro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Siempre anclado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cables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Ø en 3 puntos (tambor, poleas, bloque) y 2 direcciones; alambres rotos; daño por calor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Dentro de 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gancho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Visual; apertura entre punzonados (mensual); remaches y balancín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Dentro de 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Catorce pasos; once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frenos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Balatas, entrehierro, tambor o disco, thruster sin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Dentro de 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límites y pantallas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Mecanismo de límites y cableado; pantallas térmicas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Íntegros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Orden inverso; personal fuera de la grúa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retirados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límites superiores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velocidad: 1.º corta; 2.º corta con 1.º puenteado solo bajo control de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Ambos cortan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S-20, 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frenos (mensual)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carga de prueba o par OEM: un freno a la vez, F1, F2 y F3 por sobrevelocidad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uno sostiene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funcional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 los movimientos, paro de emergencia, radio y anticolisión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anomalías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Checklist firmado por C-11 y C-04; tarjeta verde en cabina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Carga que resbala o límite que no corta: fuera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Carga resbala al detener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la olla a su base si es seguro; grúa fuera de servicio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superior no corta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fuera de servicio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Alambres rotos o daño por calor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 de servicio para colada hasta cambiar el cable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eléctrica con olla suspendida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Frenos sostienen; evacuar debajo; plan de rescate de carga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Ruido o vibración en reductor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Terminar la maniobra; inspeccionar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 en END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Retirar el componente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Golpe del bloque contra el carro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completa y END antes de volver a usar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U, vigencia de 12 meses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 (grúas)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/ 4 semanales + 1 anual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 (grúas)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NOM-029 + 16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inspecciones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Grúa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NOM-006 + checklist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Evaluación práctica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S-26 Lubricador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rutas de lubricación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Quien sube a la grúa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NOM-009 (8 h)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Inspector END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II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Externo (ISO 9712 / ASNT)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certificación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Apoya el bloque y bloquea la grúa vecina antes de aplicar LOTO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energía cero en colectores con detector y se mantiene anclado en altura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Mide Ø de cable en 3 puntos y apertura del gancho contra la medida de origen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Inspecciona balatas, entrehierro y thrusters; retira candados con personal fuera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ambos límites (puenteo solo con C-11) y cada freno por separado sin nadie abajo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 con checklist firmado y tarjeta verde en cabina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 / 4 semanales + 1 anual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MM-GR-01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aumento de la apertura del gancho laminado se retira?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&gt; 1 %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&gt; 5 %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&gt; 15 %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reducción del diámetro del cable obliga a cambiarlo?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≥ 1 %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≥ 5 %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≥ 10 %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se prueban los frenos de la grúa de colada?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Los tres juntos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Un freno a la vez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Solo el F3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detener, la olla resbala.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Seguir y reportar al final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Bajarla a su base; grúa fuera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Subirla más rápido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controla el puenteo del límite 1.º para probar el 2.º?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El operador S-09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C-11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Nadie, no se prueba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las grúas de colada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pendiente.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 de rechazo = grúa fuera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Gancho, cable, freno o límite fuera de criterio: tarjeta roja.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freno sostiene solo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F1, F2 y F3 probados por separado al ≥ 125 % cada mes.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Grúa vecina bloqueada y siempre anclado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Topes o candado en la vecina; línea de vida en puente y carro.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LOTO y energía cero no se sube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Colectores, interruptor y radio bloqueados; detector de tensión en 3 fases.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MM-GR-01 — Inspección y mantenimiento de grúas de colada (ganchos, frenos, cables, límites)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2026-09-25T19:42:26Z</dcterms:created>
  <dcterms:modified xsi:type="dcterms:W3CDTF">2026-09-25T19:42:26Z</dcterms:modified>
</cp:coreProperties>
</file>