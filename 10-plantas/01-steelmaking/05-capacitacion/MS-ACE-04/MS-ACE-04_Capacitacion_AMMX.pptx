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Nadie bajo una carga suspendida: doble freno probado, límites probados, un solo señalero y ruta despejada. Principio rector: Nadie bajo una carga suspendida. Nunca.
PUNTOS A CERRAR: Presentar a los participantes, el objetivo y la ruta de certificación (teoría → OJT → evaluación práctica).
[POR CONFIRMAR] Si la capacidad de 250 t incluye la traviesa y el peso real de olla llena (OEM) · Viento límite, tiro lateral y velocidad con olla llena (supuestos / OEM) · Teoría de S-09 (24 h): este plan es la sesión 1 de 3 de 8 h; umbral de izaje crítico con C-16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Si los 250 t incluyen la traviesa (≈ 15–25 t [Supuesto]), el límite de olla llena baja [Validar con OEM]. Olla llena: velocidad lenta.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O (Dominio, Optimización e Instrucción).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200–300 mm y detener 10 s — Se eleva 200–300 mm y se detiene 10 s: sin deslizamiento y con la carga nivelada.
2) b) Mínima con ≥ 1 m de holgura — Altura mínima que libre el obstáculo más alto con ≥ 1 m; nunca innecesariamente alta.
3) c) Cualquier persona — Hay un solo señalero por maniobra, pero cualquiera puede dar la señal de PARO.
4) b) Grúa fuera de servicio — Sin límite probado hay riesgo de dos bloques y caída: fuera de servicio y aviso a C-11.
5) b) ± 5 m — Proyección de la ruta ± 5 m es roja; ± 5–15 m amarilla. Si alguien entra, se detiene.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Si la capacidad de 250 t incluye la traviesa y el peso real de olla llena (OEM) · Viento límite, tiro lateral y velocidad con olla llena (supuestos / OEM) · Teoría de S-09 (24 h): este plan es la sesión 1 de 3 de 8 h; umbral de izaje crítico con C-16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SEGURIDAD · MS-ACE-04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Izaje y cargas suspendidas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una carga suspendida: doble freno probado, límites probados, un solo señalero y ruta despejada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S-09 + ≥ 16 h simulador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50 traslados de olla llena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(grúas)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 previa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Límites y frenos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y ruta libre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200–300 mm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Traslado bajo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Depósito y registro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S-09 · S-04 · S-05 · S-03 · S-08 · S-13 · S-14 · S-15 · S-17 · S-19 · S-20 · C-04 · C-05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izas sin nadie bajo la carga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Inspeccionar y probar la grúa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Ganchos, cable, bocina y mandos; límite superior y redundante; cada freno por separado, cada turno.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Planear la maniobra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Peso ≤ capacidad, accesorios con WLL marcado, ruta, punto de depósito y un solo señalero identificado.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Levantar a prueba y trasladar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200–300 mm y 10 s sin deslizamiento; altura mínima con ≥ 1 m de holgura; nadie en ± 5 m.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Depositar y responder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Asiento confirmado por el señalero; ante freno que desliza, falla de energía o persona en la ruta, detener.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olla con 150 t de acero a 1,630 °C, una canasta de 55–70 t de chatarra o un segmento de colada matan si caen o se balancean. No hay EPP que proteja a quien está debajo: la única defensa es que nadie esté bajo la carga y que la grúa esté probada.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una carga suspendida. Nunca.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operador y un solo señalero mandan la maniobra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izaje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 del estándar; audita (VCC); autoriza maniobras especiales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izajes críticos (&gt; 75 % de capacidad o sobre áreas ocupadas)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previa, prueba de frenos y límites, traslado de ollas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Grúa de Carga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Canastas, bóveda y electrodos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 Operador de Patio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Electroimán y carga de canastas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y maniobristas certificados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Señalero único; enganche en su área (S-03, S-08, S-14, S-15)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/ S-19 / S-20 Mantenimiento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periódica de frenos, cables, ganchos y límites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 Supervisores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Verifican ruta y zona bajo la carga despejadas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carga no viaja sin frenos, límites y ruta probados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Inspeccionar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Ganchos, cable, bocina, radio, mandos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límites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Superior, redundante e inferior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frenos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freno por separado [OEM]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Planear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Peso, accesorios, ruta, señalero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Despejar ruta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ruta ni en ± 5 m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Enganchar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Ambos muñones asentados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Levantar a prueba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200–300 mm, detener 10 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1 m de holgura, lento, bocina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Depositar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Lento en 500 mm; señalero único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una prueba falla, la grúa queda fuera de servicio con tarjeta y aviso a C-11: no se improvisa.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una carga suspendida. Nunca.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ruta de la olla llena es zona roja ± 5 m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ruta de olla llena es roja ± 5 m y amarilla ± 15 m de su proyección.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grúa no pasa sobre púlpitos, refugios ni personas.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Bajo el electroimán y en la carga de canasta nadie está bajo la carga.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Gancho, frenos y cable se inspeccionan cada turno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 Figura: mm-gancho-grua-inspeccion.svg.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mm-gancho-grua-inspec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1417320"/>
            <a:ext cx="646176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Gancho: fisura o apertura de garganta &gt; 5 %: retirar.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Frenos dobles en la elevación principal de la grúa de colada.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Cable de colada: 6 alambres rotos en un paso, 3 en un torón o Ø −5 %: retirar (MM-GR-01).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Doble freno y límite redundante: sin ellos no se iza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Grúas de colada (2)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Ollas llenas de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250/63 t; doble freno; límites redundantes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Frenos y límites cada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Grúas de carga y de CC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Canastas, bóveda, distribuidores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120/40 t · CC: 2×50, 2×45 y 1×25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previa por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Gancho de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los muñones de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fisuras; garganta sin aumento &gt; 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por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Cable de elevación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Sostiene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Retiro: 6 rotos en un paso o 3 en torón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por turno; 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Límites y limitador de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Evitan dos bloques y sobrecarga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Redundantes en grúa de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sin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Accesorios de izaje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Enganche de cargas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WLL marcado; código de color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Antes de cada uso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Bocina, luces y radio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Avisan el movimiento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Audible en la nave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por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Peso, holgura y distancia fijan cuándo se detiene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Normal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llena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235 t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250 t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izar; C-04 y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Carga vs. capacidad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100 %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izar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freno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200–300 mm × 10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Cualquier deslizamiento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Bajar; fuera de servicio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sobre obstáculo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1.0–2.0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0.5 m o &gt; 3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Ajustar altura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Personas a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5 m (zona roja)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 el traslado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Viento en patio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40 km/h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 km/h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Suspender maniobras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Tiro lateral del gancho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2°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5°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tirar en diagonal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Izaje crítico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de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75 % de capacidad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 de izaje escrito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los 250 t incluyen la traviesa (≈ 15–25 t [Supuesto]), el límite de olla llena baja [Validar con OEM]. Olla llena: velocidad lenta.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Caída de olla y persona bajo carga: riesgos que matan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Doble freno probado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Frenos independientes en la elevación principal; prueba por turno y con la primera carga; mantenimiento MM-GR-01.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Límite superior redundante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Evita los dos bloques y la rotura de cable. Si el límite no actúa, la grúa queda fuera de servicio.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bajo la carga ni en la ruta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 ± 5 m de la ruta; bocina continua; CCTV; el traslado se detiene si alguien entra.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Enganche verificado por señalero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Ambos ganchos asentados en los muñones, confirmado con la mano y por radio; un solo señalero por maniobra.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Operador: casco, lentes, 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 o algodón; cabina con aire y filtro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Señalero: chaleco o brazalete visible y radio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zona de ollas: EPP de zona amarilla o roja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traslado bien hecho también cuida el acero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controla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previa y frenos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sin hallazgos críticos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 turno y por grúa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fuera de servicio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Bitácora de fallas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Retiros de servicio registrados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falla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repetida sin causa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 de izaje crítico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Firmado por C-04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izaje crítico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Izaje sin plan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END de ganchos y muñones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fisuras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MM-GR-01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Riesgo de caída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Accesorios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Código de color vigente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Antes de cada uso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Accesorio fuera de uso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Posición de olla en torreta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Centrada; tubo alineado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Señalero + CCTV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Reoxidación; inclusiones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traslado lento pero sin esperas cuida la temperatura del acero y evita el cierre de buza.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nueve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la grúa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Ganchos (fisuras, pestillo, apertura), cable, bocina, luces, radio, fugas de aceite y mandos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firmada sin críticos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/ S-04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límites sin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Sube lento hasta que actúe el límite superior; repite con el redundante; prueba el inferior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Ambos detienen el gancho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frenos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freno por separado según OEM; con la primera carga, prueba con carga (paso 7)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Retiene sin deslizar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Planea la maniobra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en báscula, accesorios y su capacidad, ruta, punto de depósito y señalero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Peso ≤ capacidad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S-09, señalero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Despeja la ruta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CCTV y visual: nadie bajo la ruta ni en ± 5 m; activa la bocina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Ruta despejada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Engancha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Olla: ambos ganchos en los muñones; el señalero confirma asentado con la mano y por radio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Enganche verificado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Levanta a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Eleva 200–300 mm, detén 10 s; verifica que no desliza y que la carga está nivelada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deslizamiento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nueve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Altura mínima con ≥ 1 m sobre el obstáculo más alto; lento; bocina; sin pasar sobre personas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balanceo ni personas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Deposita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lento los últimos 500 mm; señalero único guía; verifica asiento en torreta o carro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Carga asentada y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S-09, señalero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Desengancha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cuando el señalero confirma asiento; retira ganchos sin arrastrar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Gancho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Estaciona y 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Gancho arriba; grúa fuera de la ruta de ollas; registra hallazgos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el freno desliza o alguien cruza: detén y baja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 desliza en la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la carga en posición segura; grúa fuera de servicio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de energía con olla arriba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Frenos por falla segura; evacúa bajo la olla; no bajes sin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o punto rojo en traslado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a la fosa de emergencia por la ruta más corta, sin pasar sobre nadie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 entra a la ruta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el traslado; bocina; espera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superior no actúa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fuera de servicio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Ruido anormal en carro o tambor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Detén; baja la carga; inspección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Balanceo excesivo de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el traslado hasta estabilizar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O para grúa de colada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5B1A6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Grúa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+ 16 h simulador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 h + 50 traslados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Grúa de Carga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+ 12 h simulador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+ 40 canastas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CC y producto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+ 8 h simulador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+ 30 maniobras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 Patio (electroimán)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Señaleros y maniobristas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maniobras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C-05, C-06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planes de izaje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Hace la inspección previa completa y retira la grúa si hay hallazgo crítico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el límite superior, el redundante y los frenos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peso, accesorios y ruta antes de izar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Hace la prueba de 200–300 mm y 10 s antes de trasladar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Traslada a la altura mínima con ≥ 1 m de holgura y sin personas bajo la ruta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Obedece a un solo señalero, que confirma muñones asentados y asiento, y a cualquier paro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 + 16 h simulador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 h + 50 traslados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MS-ACE-04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prueba se hace al levantar la carga antes de trasladarla?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Subir 1 m y bajar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200–300 mm y detener 10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Girar el carro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altura viaja la olla llena?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Lo más alto posible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Mínima con ≥ 1 m de holgura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 5 m del piso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puede dar la señal de paro de emergencia?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Solo el señalero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Solo C-04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Cualquier persona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límite superior no detiene el gancho en la prueba.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Opero con cuidado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Grúa fuera de servicio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Uso solo el redundante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distancia de la ruta es zona roja durante el traslado?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± 2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± 5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± 25 m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izaje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una carga suspendida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 en la ruta de una olla llena: roja ± 5 m, amarilla ± 15 m.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frenos y límites probados no se iza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por turno; si fallan, grúa fuera de servicio.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solo señalero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Identificado, con radio; el paro lo da cualquiera.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de 200–300 mm antes de viajar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s sin deslizamiento y carga nivelada.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MS-ACE-04 — Izaje con grúas de colada y de carga; cargas suspendidas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2026-09-25T20:02:42Z</dcterms:created>
  <dcterms:modified xsi:type="dcterms:W3CDTF">2026-09-25T20:02:42Z</dcterms:modified>
</cp:coreProperties>
</file>