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Llevar ≈ 150 t de acero líquido del LF a la torreta sin nadie bajo la carga, sin choques ni derrames y a tiempo. Principio rector: Nadie bajo la carga; si la olla o la grúa no están seguras, no se mueve.
PUNTOS A CERRAR: Presentar a los participantes, el objetivo y la ruta de certificación (teoría → OJT → evaluación práctica).
[POR CONFIRMAR] Si los 250 t de la grúa incluyen la traviesa: define el límite real de olla llena (paso 7 no certificable hasta confirmar) · Altura de traslado: el manual indica ≥ 500 mm en parámetros y ≥ 1 m de holgura en zonas de exclusión · Peso de olla llena, bordo libre, tiempo LF → torreta, T de coraza y zonas de ruta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Capacidad nominal 250 t: [Validar con OEM] si incluye la traviesa (≈ 15–25 t [Supuesto]); si la incluye, el límite de olla llena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a) 200–300 mm, detener 10 s — Levantar 200–300 mm y detener 10 s: si la olla desliza, se asienta y la grúa sale de servicio.
2) b) S-13 desde posición segura — S-13 confirma visualmente ambos lados antes de levantar: un muñón mal enganchado voltea la olla.
3) b) Asentar y avisar a C-04 — Límite de olla llena ≤ 240 t [Supuesto]: se asienta y C-04 decide; revisar sobrellenado.
4) b) A la fosa seca, sin pasar sobre nadie — Si es seguro, a la fosa de emergencia seca; si no, al área segura más cercana. Evacuar a ≥ 25 m; nunca agua.
5) b) Ruta ± 5 m — Roja = proyección de la ruta ± 5 m; amarilla ± 5–15 m; nadie bajo ni junto a la ruta.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Si los 250 t de la grúa incluyen la traviesa: define el límite real de olla llena (paso 7 no certificable hasta confirmar) · Altura de traslado: el manual indica ≥ 500 mm en parámetros y ≥ 1 m de holgura en zonas de exclusión · Peso de olla llena, bordo libre, tiempo LF → torreta, T de coraza y zonas de ruta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MO-OLL-02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Traslado de ollas llenas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Llevar ≈ 150 t de acero líquido del LF a la torreta sin nadie bajo la carga, sin choques ni derrames y a tiempo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(S-09)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60 movimientos llenos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(izaje)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 de grúa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liberada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Ruta libre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Enganche OK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de frenos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Asentada OK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S-09 Grúa de Colada · S-13 Operador de Plataforma (señalero) · S-06 Horno Olla · C-04 Jefe de Turno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mueves 230 t sin nadie bajo la carga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Revisar la grúa antes de usarla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Frenos, dos límites superiores, ganchos, cables, anticolisión, celda de carga y radio; con falla no se opera.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Izar solo en condición segura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liberada por S-06, bordo libre ≥ 300 mm [Supuesto], ruta despejada y enganche de ambos muñones confirmado.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frenos con carga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Levantar 200–300 mm y detener 10 s; peso ≤ 240 t [Supuesto]; si desliza, asentar y sacar la grúa de servicio.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Trasladar y asentar suave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Altura mínima, ≤ 50 % de velocidad [Validar con OEM], LF → torreta en ≤ 8 min [Supuesto]; asiento confirmado.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llena pesa ≈ 225–235 t [Supuesto] y lleva 150 t de acero líquido. Si cae, se voltea o se perfora en la ruta, quien esté abajo muere. Un traslado lento o brusco también cuesta: pierde temperatura, reoxida el acero y retrasa la secuencia de colada.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carga; si la olla o la grúa no están seguras, no se mueve.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S-09 puede negarse a mover una olla insegura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traslado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prioriza movimientos, autoriza rutas alternas, decide en emergencia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la grúa, iza, traslada y asienta; puede negarse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Señalero: confirma enganche de ambos muñones y asentamiento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 Operador de Horno Olla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la olla: T, química, argón suave, bordo libre, sin fuga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que la torreta está lista para recibir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/ S-20 Mantenimiento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Atienden fallas de la grúa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rutas y zonas de exclusión con C-04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olla no se levanta sin ruta libre y enganche doble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Frenos, límites, ganchos, cables, radio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Liberación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S-06: T, química, bordo libre, sin fuga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Destino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S-12 confirma torreta y brazo libre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Ruta libre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Bocina; nadie bajo la trayectoria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Enganche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Ambos muñones; S-13 confirma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frenos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200–300 mm, detener 10 s, peso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Altura mínima, ≤ 50 % de velocidad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Asentar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Marcha lenta; “asentada OK”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Ganchos libres → colada continua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primeros 10 s con la olla a 200–300 mm dicen si los frenos y el enganche aguantan: si algo se mueve, se asienta.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carga; si la olla o la grúa no están seguras, no se mueve.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 LF a la torreta por una ruta definida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Figura: eaf-flujo-acería.svg.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flujo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181"/>
            <a:ext cx="6766560" cy="4330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olla tratada sale del LF (9) y la grúa de 250/63 t la lleva a CC1 (10) o CC2 (11).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olla vacía regresa a volteo y preparación (12).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rutas están definidas en plano: nunca sobre púlpitos, comedores ni fosas con agua.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olla se toma por los dos muñones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Figura: olla-corte-valvula-tapon.svg.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olla-corte-valvula-tap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79" y="1417320"/>
            <a:ext cx="654908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traviesa engancha los dos muñones; S-13 confirma ambos lados antes de levantar.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Bordo libre ≥ 300 mm [Supuesto]: con menos, la olla puede derramar al moverse.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Coraza &gt; 350 °C [Supuesto] en la ruta se trata como fuga potencial.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revisados antes del primer izaje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colada (2)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y traslada ollas llenas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250/63 t; doble freno; límites dobles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Inspección previa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Traviesa y ganchos laminares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la olla por los muñones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Capacidad ≥ 250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grietas; seguros; END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Cables de izaje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Soportan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Descarte según OEM / NOM-006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alambres rotos ni aplastamiento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Límites superiores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Evitan el choque del bloque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límites independientes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sin carga al iniciar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Celda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Indica el peso de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de sobrecarga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 coherente sin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Radio, bocina y luces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Comunicación y alerta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Canal dedicado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al inicio de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Muñones de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Puntos de izaje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END según programa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 ni desgaste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Peso, bordo libre y frenos deciden si se iza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de olla llena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230 t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220–240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240 t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izar sin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Bordo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300 mm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trasladar sin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frenos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200–300 mm, detener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carga desliza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Asentar; grúa fuera de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Altura en traslado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500 mm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Mínima segura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alta sin necesidad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a altura de ruta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con olla llena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50 %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Balanceo de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Reducir; frenar suave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LF →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8 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5–10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 S-12 y 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coraza en ruta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300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350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Ruta de emergencia;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Capacidad nominal 250 t: [Validar con OEM] si incluye la traviesa (≈ 15–25 t [Supuesto]); si la incluye, el límite de olla llena baja.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que cae o se derrama no perdona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carga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= ruta ± 5 m; amarilla ± 5–15 m. Ruta definida y señalizada, bocina y luces; peatones en pasillos protegidos.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Frenos y límites probados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 previa al uso y prueba de frenos con carga a 200–300 mm por 10 s (MS-ACE-04). Si desliza: asentar y fuera de servicio.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Enganche de ambos muñones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S-13 confirma visualmente los dos ganchos desde posición segura antes de levantar.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Sin sobrecarga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llena ≤ 240 t en la celda de carga [Supuesto]. El paso 7 no se certifica hasta confirmar el peso de la traviesa.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S-09: ropa ignífuga, casco, lentes y botas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S-09: cabina climatizada con extintor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S-13: careta con visor dorado y chaqueta aluminizada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S-13: guantes, ropa ignífuga, botas metatarsales, radio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Todos en la nave de ollas: protección auditiva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llena: zona roja de ± 5 m sobre toda la ruta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Traslado de olla llena: roja = eje de la ruta ± 5 m; amarilla ± 15 m [Supuesto].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ruta de ollas llenas (5) va del LF a CC1 y CC2; la fosa de emergencia seca (6) recibe una olla perforada.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Salida a zona verde o refugio en ≤ 30 s desde cualquier punto rojo.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Traslado rápido y suave cuida la temperatura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LF → torreta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8 min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2,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T; sobrecalentamiento bajo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correcta a la máquina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 y destino según programa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y colada con S-12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 equivocado en la máquina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Traslado suave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balanceo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Observación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Salpicadura, capa aislante, reoxidación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torreta no está lista, la olla espera en el LF con argón suave, no colgada de la grúa.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seis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previa al uso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 sin carga, ambos límites superiores, ganchos y seguros, cables, radio, bocina, luces, anticolisión, celda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sin pendientes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liberación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 confirma colada, T, química, argón suave cumplido, bordo libre ≥ 300 mm, sin fuga ni punto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Liberación por radio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destino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confirma la torreta y el brazo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Destino confirmado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la ruta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Bocina; verifica la ruta y el área bajo la trayectoria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Ruta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Engancha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la traviesa y engancha ambos muñones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Ambos ganchos enganchados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enganche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desde posición segura, confirma visualmente ambos lados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“Enganche OK”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Levanta y prueba frenos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Levanta 200–300 mm, detén 10 s; observa deslizamiento y peso; si pasa el límite, asienta y avisa a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deslizar; ≤ 240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seis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Altura mínima segura; ≤ 50 % de velocidad; arranques y frenados suaves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balanceo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Aproxima a la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Marcha lenta; alinea muñones con el brazo; sigue las señales de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Asienta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suave hasta asentar; S-13 confirma asiento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“Asentada OK”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ganchos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la traviesa, desengancha, sube y retira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Ganchos libres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Cuando la CC la libera, repite los pasos 4–11 hacia volteo y preparación (MO-OLL-01)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en preparación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Hora, olla, colada, destino, peso y eventos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fuga: a la fosa seca, lejos y nunca agua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Perforación o fuga en el traslado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fosa seca de emergencia sin pasar sobre personas; evacuar ≥ 25 m; nunca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desliza en prueba de frenos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y asentar; grúa fuera de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energía, olla colgada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 retienen; evacuar debajo; descenso solo con procedimiento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Actúa un límite superior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Detener; no rearmar el límite de respaldo sin mantenimiento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Choque o balanceo fuerte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y estabilizar; revisar derrame y daños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Bordo libre &lt; 300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trasladar sin decisión de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caliente en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Tratar como fuga potencial: ruta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Torreta no disponible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Mantener la olla en el LF con argón suave y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 h / 60 movimientos llenos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Plataforma (señalero)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30 movimientos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Realiza la inspección previa al uso y rechaza la grúa con falla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mueve la olla sin ruta despejada ni con personas bajo la carga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Exige la confirmación de enganche de ambos muñones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Ejecuta la prueba de frenos con carga a 200–300 mm por 10 s sin deslizamiento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la respuesta a fuga de olla durante el traslado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 / 60 movimientos llenos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MO-OLL-02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altura se hace la prueba de frenos con carga?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200–300 mm, detener 10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 m, pausa 30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No se hace con carga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confirma el enganche de los dos muñones?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S-06 desde el 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S-13 desde posición segura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Nadie; lo ve el gruero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olla llena marca 245 t en la celda.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Trasladar despacio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Asentar y avisar a C-04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Subir la velocidad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olla fuga metal durante el traslado.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Bajarla ahí y echar agua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 la fosa seca, sin pasar sobre nadie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Seguir a la torreta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zona roja se aplica durante el traslado?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Ruta ± 1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Ruta ± 5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Solo bajo la olla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traslado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olla ni en la ruta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de ± 5 m durante todo el traslado.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 sin inspección no opera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Frenos, límites, ganchos, cables y radio revisados cada turno.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enganche doble no se levanta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S-13 confirma los dos muñones; luego prueba de frenos a 200–300 mm por 10 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 de olla: nunca agua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la fosa seca sin pasar sobre personas; evacuar a ≥ 25 m.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MO-OLL-02 — Traslado de ollas llenas con grúa de colada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2026-09-25T20:02:41Z</dcterms:created>
  <dcterms:modified xsi:type="dcterms:W3CDTF">2026-09-25T20:02:41Z</dcterms:modified>
</cp:coreProperties>
</file>