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Terminar la secuencia sin escoria en el molde, sin breakout de la cola y con nadie expuesto al metal líquido. Principio rector: El tapón se cierra a 400 mm, la cola se saca despacio y nunca se echa agua sobre acero líquido.
PUNTOS A CERRAR: Presentar a los participantes, el objetivo y la ruta de certificación (teoría → OJT → evaluación práctica).
[POR CONFIRMAR] Nivel de cierre del distribuidor, tiempo de tapado y velocidad de salida de cola con el OEM · Apagado de zonas, despunte de cola y cierre de emergencia del distribuidor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Agua de molde ≥ 10 min después de la salida de la cola. Nivel de cierre, tapado, velocidades y despunte: [Validar con OEM / Ingeniería de Proceso].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400 mm — 400 mm (≈ 14 t), nunca menos: debajo se forma un vórtice que arrastra escoria al molde.
2) b) 3–5 min — 3–5 min para formar la costra superior; más de 8 min arriesga que la cola se pegue.
3) a) 0.3 m/min — Dentro del molde la cola es el tramo más débil; luego rampa ≤ 0.2 hasta ≈ 1.0 m/min.
4) c) No, nunca — Agua sobre acero líquido es explosión de vapor; solo práctica aprobada por el OEM.
5) b) No, se cierra de inmediato — Breakout, fuga de agua, rebose o falla de agua u oscilación: cierre inmediato de olla y tapón.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Nivel de cierre del distribuidor, tiempo de tapado y velocidad de salida de cola con el OEM · Apagado de zonas, despunte de cola y cierre de emergencia del distribuidor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MO-CC1-07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 de secuencia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Terminar la secuencia sin escoria en el molde, sin breakout de la cola y con nadie expuesto al metal líquido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(S-13 / S-12)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cierres de secuencia en OJT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Última olla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Drenar por nivel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Tapón a 400 mm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Tapado 3–5 min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Cola a 0.3 m/min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Despunte y LOTO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S-13 Operador de Plataforma · S-12 Operador de Púlpito · S-14 Ayudante · S-16 Corte · S-09 Grúa de Colada · C-06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cierras la secuencia sin escoria ni fuga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Drenar sin arrastrar escoria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Última olla cerrada con ≤ 4 t; velocidad por nivel (0.9, 0.6, 0.4 m/min); tapón cerrado a 400 mm, nunca menos.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Tapar y sacar la cola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Línea detenida 3–5 min con agua y oscilación; 0.3 m/min el primer metro; salida a ≈ 1.0 m/min.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Mantener la exclusión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bajo el molde activa todo el cierre; C-06 la reconfirma antes de extraer y la levanta tras el segmento 3.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Decidir un cierre no planeado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Breakout, fuga de agua, rebose o falla de agua u oscilación: cerrar de inmediato sin esperar 400 mm.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final de la secuencia el distribuidor se vacía y aparece el vórtice que lleva escoria al molde. La cola sale con una cáscara delgada: si se extrae rápido o sin tapar, hay breakout. Y una sola gota de agua sobre la cola líquida puede causar una explosión.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tapón se cierra a 400 mm, la cola se saca despacio y nunca se echa agua sobre acero líquido.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C-06 decide el cierre; S-13 y S-12 lo ejecutan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cierre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Colada Continua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Decide el cierre planeado o de emergencia; dirige la salida de cola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de olla y tapón; retiro del distribuidor; nivel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por nivel, detención, salida de cola y modo de enfriamiento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 la superficie de la cola en el molde; observa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 Operador de Corte y Marcado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Corta el último planchón y despunta la cola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Operador de Grúa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la última olla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 Ingeniero de Proceso de CC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Parámetros de salida de cola; análisis de cierres no planeados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 Jefe de Turno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Informado del cierre y sus causas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cola es la parte más débil: se saca despacio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Última olla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Aviso a todos; cierre con ≤ 4 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Drenar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800 → 0.9; 700 → 0.6; 600 → 0.4 m/min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 tapón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400 mm (≈ 14 t), nunca menos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Detener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de molde y oscilación encendidas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Limpiar y tapar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Herramienta seca; 3–5 min sin agua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Extraer cola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0.3 m/min el primer metro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Salida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Rampa a ≈ 1.0 m/min; zonas se apagan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Cortar y bloquear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Despunte 500–1,000 mm; LOTO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un cierre no planeado se cierran olla y tapón de inmediato y se aplica MO-CC1-04 §9.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tapón se cierra a 400 mm, la cola se saca despacio y nunca se echa agua sobre acero líquido.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Bajo 400 mm el vórtice arrastra escoria al molde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MO-CC1-07 v0.1 (Borrador para validación) y FT-ACE-001 v0.3. Material de capacitación; no sustituye al manual. Figura: cc1-distribuidor.svg.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1-distribuid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23" y="1417320"/>
            <a:ext cx="6638795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tapón se cierra con 400 mm (≈ 14 t) en el distribuidor.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Debajo de 400 mm se forma un vórtice que arrastra escoria y flux al molde.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distribuidor con residuo se lleva a la fosa seca por una ruta despejada.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cola recorre ≈ 32 m hasta el oxicorte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MO-CC1-07 v0.1 (Borrador para validación) y FT-ACE-001 v0.3. Material de capacitación; no sustituye al manual. Figura: cc1-perfil-maquina.svg.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cc1-perfil-maqu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52" y="1417320"/>
            <a:ext cx="6376737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primer metro (dentro del molde) sale a 0.3 m/min: es el tramo más débil.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exclusión bajo el molde sigue hasta que la cola pasa el segmento 3.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 zonas de enfriamiento se apagan por tracking para no sobreenfriar.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Pesaje, tapón y modo cola deciden un cierre limpio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de escoria / pesaje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oportuno de la última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Peso residual 2–5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Señal disponible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Pesaje del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 cierre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400 mm ≈ 14 t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Barra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final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total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fuga al cerrar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Modo salida de cola (nivel 2)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y apagado de zonas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Tracking de la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Activo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Herramientas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Retiro de escoria de la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Secas, precalentadas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Inspeccionadas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Oxicorte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Corte final y despunte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O₂ + gas natural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Fosa del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el distribuidor con residuo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 de cierre, tapado y velocidad definen la cola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Peso residual última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3–4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2–5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en el chorro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Cerrar de inmediato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para cerrar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400 mm (≈ 14 t)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400–450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400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Cerrar de inmediato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SH final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bajar velocidad; avisar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Tapado de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3–5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8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Riesgo de pegado;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Nominal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90 %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MO-CC1-04 §9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Extracción inicial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0.3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0.2–0.4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Hasta ≈ 1 m fuera del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Salida de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1.0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0.8–1.2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1.2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Riesgo de abombamiento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Despunte de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500–1,000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Rechupe visible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Aumentar hasta zona sana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de molde ≥ 10 min después de la salida de la cola. Nivel de cierre, tapado, velocidades y despunte: [Validar con OEM / Ingeniería de Proceso].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Breakout de cola y agua sobre acero: riesgo mortal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MO-CC1-07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Exclusión bajo el molde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Activa sin interrupción desde la colada estable; C-06 la reconfirma antes de extraer y dura hasta que la cola pase el segmento 3.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Nunca agua sobre la cola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Prohibido echar agua sobre la cola líquida; herramientas secas; solo práctica aprobada por OEM.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Cierre a 400 mm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bajar de 400 mm: el vórtice arrastra escoria y provoca salpicaduras en el molde.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Cargas y traslados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con residuo: nadie bajo la carga. Distribuidor con ≈ 14 t: ruta despejada y fosa seca.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Aluminizado completo y careta IR (S-13, S-14)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FR, guantes y botas con metatarsal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 y detector de O₂/CO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Oxicorte (S-16): careta sombra 5 y guantes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la cola fuera, la máquina se bloquea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MO-CC1-07 v0.1 (Borrador para validación) y FT-ACE-001 v0.3. Material de capacitación; no sustituye al manual. Figura: ms-loto-puntos-cc.svg.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loto-puntos-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06" y="1417320"/>
            <a:ext cx="5769429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se entra a inspeccionar con la cola fuera y la máquina detenida.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bloquean accionamientos, agua secundaria y oxicorte antes de entrar.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trabajador pone su candado personal en la caja grupal.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despunte de cola llega hasta zona sana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MO-CC1-07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en el último planchón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inclusiones macro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a 400 mm; inspección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Despunte mayor o rechazo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Despunte de cola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Hasta zona sana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 en el corte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Rechupe o porosidad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Últimos planchones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Marcados fin de secuencia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Tracking en MES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especial (MO-CC1-09)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Temperatura del último tramo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SH ≥ 15 °C hasta el cierre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Termopar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Congelamiento en SEN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hubo escoria en el molde al final, se aumenta el despunte y el planchón se marca para C-09.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seis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MO-CC1-07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Anuncia y cierra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Aviso de última olla por radio a todos; cierra al primer signo de escoria o ≤ 4 t; retira el tubo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cerrada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/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Giro de torreta y S-09 la lleva a escorial; nadie bajo la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fuera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/ 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Drena 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velocidad: 800 mm → 0.9; 700 mm → 0.6; 600 mm → 0.4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 molde ± 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la temperatura final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≈ 600 mm del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SH ≥ 15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el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400 mm del distribuidor, no menos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Cerrado sin fuga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 y retira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0; agua de molde y oscilación encendidas; modo cola; distribuidor a fosa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Distribuidor fuera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/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Reconfirma la exclusión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Por radio y visual: nadie bajo el molde ni en segmentos 1–3 antes de extraer la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Confirmación de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seis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MO-CC1-07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 la cola en 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escoria y polvo con herramienta seca, sin romper la cáscara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Superficie limpia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Tapa la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Espera 3–5 min con la línea detenida; no eches agua sobre acero líquido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Costra superior formada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/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Extrae la cola del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0.3 m/min hasta que la cola salga del molde (≈ 1 m)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 BOP ni fuga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Sube a velocidad de salida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Rampa ≤ 0.2 m/min por minuto hasta ≈ 1.0 m/min; zonas se apagan al paso de la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abombamiento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Levanta la exclusión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Cuando la cola pase el segmento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Autorización de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Mantén el 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10 min después de la salida de la cola; luego según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Corta el último planchón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Longitud según programa; despunte de cola 500–1,000 mm hasta zona sana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Corte sano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seis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MO-CC1-07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Bloquea e inspecciona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LOTO (MS-ACE-02); rodillos, boquillas, molde y restos de acero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Reporte para MO-CC1-02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/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 la secuencia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Coladas, t, causa del cierre, residuos, vida de distribuidor y SEN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Hoja de secuencia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Fuga al extraer la cola: detén y evacúa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MO-CC1-07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en el molde al final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el tapón; aumenta el despunte; marca el planchón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 al extraer la cola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Detén la línea; evacúa; respuesta a breakout (MO-CC1-04 §9)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C-06,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 cola no se mueve (pegada)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Mantén oscilación; par gradual según OEM; sin O₂ sin autorización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no cierra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de emergencia del distribuidor (subirlo) según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Zona de enfriamiento no se apaga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Apaga manual la zona; evita sobreenfriar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Cola abombada entre rodillos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la velocidad; revisa el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Falla de agua de molde en tapado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emergencia ≤ 15 s; si no entra, evacúa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MO-CC1-07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cierres de secuencia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cierres (1 no planeado en simulador)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cierres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CC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(evaluador)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 + evaluador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Cierra el tapón a 400 mm, nunca por debajo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Mantiene la exclusión bajo el molde todo el cierre y la reconfirma antes de extraer la cola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Retira la olla sin nadie bajo la carga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Limpia la cola con herramienta seca y no echa agua sobre el acero líquido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Extrae el primer metro a 0.3 m/min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MO-CC1-07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cierres de secuencia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MO-CC1-07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¿A qué nivel del distribuidor se cierra el tapón al final de la secuencia?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200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400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700 mm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¿Cuánto tiempo se tapa la cola con la línea detenida?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30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3–5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15 min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¿A qué velocidad se extrae el primer metro de la cola?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0.3 m/min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1.0 m/min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1.6 m/min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¿Se puede echar agua sobre la cola líquida para acelerar el tapado?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Sí, con manguera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Sí, poca cantidad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No, nunca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Hay breakout durante la colada. ¿Esperas a 400 mm para cerrar?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Sí, siempre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No, se cierra de inmediato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Solo si lo pide LF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cierre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Tapón cerrado a 400 mm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por debajo: el vórtice arrastra escoria al molde.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agua sobre la cola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Herramientas secas; agua sobre acero líquido = explosión (MS-ACE-03).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el molde en el cierre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exclusión se levanta solo cuando la cola pasa el segmento 3.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cola sale despacio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0.3 m/min el primer metro; salida máxima 1.2 m/min.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MO-CC1-07 — Fin de colada y cierre de secuencia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2026-09-25T20:02:38Z</dcterms:created>
  <dcterms:modified xsi:type="dcterms:W3CDTF">2026-09-25T20:02:38Z</dcterms:modified>
</cp:coreProperties>
</file>