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Cuidar cinco variables por línea y dos del distribuidor, y responder a tiempo a un breakout o a una falla de agua. Principio rector: La velocidad es un síntoma: si una línea cambia sola, su buza cambió.
PUNTOS A CERRAR: Presentar a los participantes, el objetivo y la ruta de certificación (teoría → OJT → evaluación práctica).
[POR CONFIRMAR] EMS, distribución de agua por zona, tiempo de deslizamiento negativo y T de enderezado con el OEM · Límites de cierre: caudal &lt; 1,600 L/min, ΔT &gt; 15 °C y velocidad &lt; 2.3 m/min (C-08) · Química de colada abierta (Al ≤ 0.005 %, Mn/Si ≥ 3) con C-07 y C-08; propuesta para la ficha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EMS 300 A / 3 Hz y T de enderezado ≥ 950 °C: [Validar OEM]. Oscilación 200 cpm a 3.0 m/min. Química: Al ≤ 0.005 % y Mn/Si ≥ 3 [Validar].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a) Buza erosionada — La buza se erosiona, crece el caudal y la línea acelera sobre 3.5 m/min: cambio de buza.
2) c) ≤ 15 s — Si no entra en ≤ 15 s: cierra la olla y las 6 líneas y evacúa la plataforma a ≥ 10 m.
3) b) La mantengo con la secundaria — Se mantienen el agua de molde y la secundaria; se cierra la línea y se evacúa a ≥ 20 m.
4) b) ± 5 mm — ± 5 mm, con alarma a ± 10 mm. Fuera de rango aparecen pinholes, inclusiones y marcas profundas.
5) a) Sigo colando y marco palanquillas E — Se sigue colando; se marcan las palanquillas E desde el disparo y C-09 decide su destino.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EMS, distribución de agua por zona, tiempo de deslizamiento negativo y T de enderezado con el OEM · Límites de cierre: caudal &lt; 1,600 L/min, ΔT &gt; 15 °C y velocidad &lt; 2.3 m/min (C-08) · Química de colada abierta (Al ≤ 0.005 %, Mn/Si ≥ 3) con C-07 y C-08; propuesta para la ficha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Colada en estado estable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Cuidar cinco variables por línea y dos del distribuidor, y responder a tiempo a un breakout o a una falla de agua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S-12 · 20 coladas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de molde ± 5 mm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Aceite 15–25 mL/min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y ΔT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 2.5–3.5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Rociado 1.5–2.0 L/kg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y T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S-12 Púlpito · S-13 Plataforma · S-14 Ayudante · S-11 Muestrero · C-06 · C-08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mantienes 6 líneas en especificación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 el lazo de nivel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Explicar cómo el nivel del distribuidor y la buza fijan la velocidad en colada abierta.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 las variables en rango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± 5 mm, aceite 15–25 mL/min, agua ≥ 1,800 L/min con ΔT 6–10 °C, 2.5–3.5 m/min y 1.5–2.0 L/kg.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 la buza por la velocidad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Más de 3.5 m/min: erosión; menos de 2.3 m/min: taponamiento; diferencia &gt; 0.4 m/min entre líneas.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Responder a emergencias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Falla de agua: emergencia en ≤ 15 s o cerrar olla y líneas. Breakout: cerrar la línea, mantener agua y evacuar.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colada abierta no hay barra tapón: el caudal lo fijan la buza y la altura del distribuidor, y el control de nivel ajusta la velocidad. Si el menisco se mueve más de 5 mm aparecen pinholes e inclusiones; si falta aceite o agua de molde vienen el breakout o la perforación del tubo.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velocidad es un síntoma: si una línea cambia sola, su buza cambió.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C-08 fija los parámetros; el turno los sostiene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colada estable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 de parámetros y tablas (rampa, oscilación, rociado, buzas)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Dirige el turno; decide cerrar líneas y bajar velocidad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(turno)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en la HMI nivel, velocidad, agua, EMS y alarmas; ajusta en rango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nivel y temperatura del distribuidor y la capa de cubierta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Rondas en moldes y línea: chorro, aceite, rociado y palanquilla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las muestras químicas del distribuidor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las desviaciones que afectan la calidad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(función de ESR)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cualquier intervención en la zona controlada del molde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colada abierta la velocidad sigue al nivel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700–850 mm; sobrecalentamiento 20–35 °C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× 160: Ø 20–24 mm (nominal 22)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de molde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Radiométrico ± 5 mm; alarma ± 10 mm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Lazo de nivel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 la velocidad de extracción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2.5–3.5 m/min (nominal 3.0)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Rociado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1.5–2.0 L/kg según tabla de velocidad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150–250 cpm; carrera 6–10 mm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250–400 A, 2–5 Hz: mejora el centro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baja el distribuidor, bajan todas las líneas; si una buza se erosiona, su línea acelera; si se tapa, frena.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velocidad es un síntoma: si una línea cambia sola, su buza cambió.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de tubo concentra agua, aceite, EMS y nivel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Figura: cc2-molde-tubo.svg.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molde-tub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aceite entra por la brida (15–25 mL/min) y deja una película entre la piel y el cobre.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agua sube por la ranura a 10–12 m/s; ΔT 6–10 °C, alarma con ΔT &gt; 12 °C o caudal &lt; 90 %.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piel sale del molde con ≈ 10–12 mm [Validar]; el EMS agita el núcleo líquido.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Cs-137 mide el menisco, ≈ 100 mm bajo el borde [Validar].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agua de molde, la emergencia entra en ≤ 15 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Figura: mm-agua-emergencia.svg.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m-agua-emerg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417320"/>
            <a:ext cx="646176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Disparo por pérdida de energía, presión baja o caudal en molde &lt; 80 % [Validar OEM].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válvula XV-1 abre por falla y arranca la bomba diésel D-1 (D-2 si no da presión en 10 s).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Criterio: caudal en molde ≥ 90 % en ≤ 15 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sistemas por línea que se vigilan sin pausa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Cs-137 (6)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alarma; obturador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Extractores-enderezadores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y enderezado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2.5–3.5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 de presión ni de motor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Forma la piel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2,000 L/min; ΔT 6–10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≥ 90 %; ΔT ≤ 12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Respaldo del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Entrada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Tanque lleno; diésel en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Rociado secundario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Termina la solidificación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Pie de rodillos + Z1–Z3; 1.5–2.0 L/kg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por zona según tabla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 y oscilador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Lubrican y despegan la piel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15–25 mL/min; 150–250 cpm, 6–10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aceite; frecuencia sigue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Agita 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250–400 A; 2–5 Hz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disparo; agua del EMS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Ocho variables, cada una con su acción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28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o &gt; 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45 °C: C-06 decide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775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700–850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600 o &gt; 870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450 mm: cierra L1 y L6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de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chorro y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3.0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2.5–3.5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2.3 o &gt; 3.5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buza (MO-CC2-06)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mL/min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15–25 mL/min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12 o sin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flujo: baja a 2.0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de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2,000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1,800–2,200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1,800 L/min (90 %)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1,600 [Validar]: cierra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de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6–10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12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°C [Validar]: cierra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secundaria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1.75 L/kg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1.5–2.0 L/kg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1.4 o &gt; 2.1 L/kg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bombas y boquillas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EMS 300 A / 3 Hz y T de enderezado ≥ 950 °C: [Validar OEM]. Oscilación 200 cpm a 3.0 m/min. Química: Al ≤ 0.005 % y Mn/Si ≥ 3 [Validar].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 y falla de agua: se responde en segundos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Breakout: cerrar y evacuar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la línea, detén su extracción, mantén agua de molde y secundaria; evacúa bajo la máquina y a ≥ 20 m (MS-ACE-09).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Falla de agua de molde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la entrada de emergencia en ≤ 15 s; si no entra, cierra olla y 6 líneas y evacúa la plataforma a ≥ 10 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Radiación Cs-137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dentro del molde con obturador abierto: el ESR (C-16) cierra, pone candado y mide &lt; 2 × fondo (MS-ACE-07).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Calor y salpicaduras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y EPP aluminizado en rondas, sin asomarse al molde; hidratación, pausas y rotación (MS-ACE-08).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y careta con filtro IR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Chamarra aluminizada en la plataforma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retardante a la flama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de fundidor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Dosímetro personal (POE)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Primeros minutos de un breakout o una falla de agua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 protégete: zona verde o refugio en ≤ 30 s, y da la alarma por radio.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Breakout: cierra y detén la línea, mantén agua de molde y secundaria, evacúa a ≥ 20 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agua de molde: emergencia en ≤ 15 s; si no entra, cierra olla y líneas y evacúa ≥ 10 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nivel de molde es la variable reina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Continuo; tendencias por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Pinholes, inclusiones, marcas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20–35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15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Rechupe y porosidad; buza congelada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15–25 mL/min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ronda (1 h)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Pegado y breakout; pinholes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EMS en servicio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250–400 A; 2–5 Hz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(HMI)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Porosidad y rechupe central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ΔD ≤ 6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línea por colada (MO-CC2-09)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en la diagonal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FT-ACE-001 §7; CE ≤ 0.55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muestra por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 fuera de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acero con Al alto tapa las buzas en minutos: colada abierta exige Al soluble ≤ 0.005 % y Mn/Si ≥ 3 [Validar].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cuatro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el turno en la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Alarmas activas, velocidad y nivel por línea, estado del agua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firmada con pendientes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agua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del tanque y bombas diésel en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en verde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nivel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en las 6 líneas; atiende toda alarma de ±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y ΔT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1,800 L/min; ΔT 6–10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15 min y a la mitad de cada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 20–35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la apertura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700–850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la capa de cubierta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 polvo cubridor donde se vea acero descubierto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acero expuesto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cuatro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Ronda de moldes (1 h)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línea: forma del chorro, aceite en rotámetro, salpicaduras,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centrado; aceite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Ronda de línea (2 h)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Desde el pasillo seguro: rociado, forma de la palanquilla, ruido de rodillos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Rociado uniforme; palanquilla recta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Compara velocidades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Una diferencia &gt; 0.4 m/min entre líneas indica buza tapada o erosionada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muestra química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colada,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Resultado recibido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colada: temperaturas, niveles, velocidades, alarmas y acciones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 por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Responde a anormales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la tabla de anormales; ante falla de agua o breakout actúa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en el tiempo definido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S-12/13/14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 o sin agua: cerrar, mantener agua y evacuar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bajo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línea, detén extracción, mantén agua; evacúa a ≥ 20 m; el ESR revisa el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señal de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fija solo si C-06 autoriza; si no vuelve en 5 min, cierra; no toques la fuente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S-21,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sube sin control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la velocidad; si no alcanza, cambio de buza o cierre antes de desbordar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&lt; 2.3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tapándose: cambio de buza; avisa al LF si es por química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en ≤ 15 s; si no entra, cierra olla y 6 líneas; evacúa a ≥ 10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&gt; 12 °C en una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caudal; si ΔT &gt; 15 °C [Validar], cierra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del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Sigue colando; marca las palanquillas E desde el disparo; C-09 decide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S-20,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&lt; 450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L1 y L6; si sigue bajando, cierra L2 y L5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 (simulador [Validar])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h / 20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20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20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turnos acompañados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cómo el nivel del distribuidor y la buza fijan la velocidad en colada abierta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una alarma de nivel de molde de ± 10 mm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Simulacro de falla de agua: verifica la emergencia en ≤ 15 s y cierra olla y líneas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Simulacro de breakout: cierra la línea, mantiene el agua y evacúa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 en rondas un chorro abierto, falta de aceite y rociado tapado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 (simulador [Validar])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 / 20 coladas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MO-CC2-04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línea sube sola a 3.7 m/min. ¿Qué indica?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Buza erosionada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Buza tapándose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Falta de aceite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cuánto tiempo debe entrar el agua de emergencia al molde?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60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5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15 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Hay breakout en una línea. ¿Qué haces con el agua de molde?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La cierro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La mantengo con la secundaria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La reduzco al 50 %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rango de nivel de molde se mantiene en automático?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 2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 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 20 mm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haces si se dispara el EMS?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Sigo colando y marco palanquillas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Cierro la línea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Bajo a 1.0 m/min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colada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falla de agua es emergencia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Emergencia en ≤ 15 s; si no entra, cierra olla y líneas y evacúa.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breakout el agua se mantiene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la línea, mantén agua de molde y secundaria, evacúa a ≥ 20 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buza se cambia, no se fuerza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Fuera de 2.3–3.5 m/min se cambia la buza; nunca pases el máximo de la tabla.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se interviene solo con el ESR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cerrado con candado del ESR y &lt; 2 × fondo medido.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MO-CC2-04 — Colada en estado estable: nivel de molde, aceite, EMS, velocidad y enfriamiento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2026-09-25T19:42:28Z</dcterms:created>
  <dcterms:modified xsi:type="dcterms:W3CDTF">2026-09-25T19:42:28Z</dcterms:modified>
</cp:coreProperties>
</file>