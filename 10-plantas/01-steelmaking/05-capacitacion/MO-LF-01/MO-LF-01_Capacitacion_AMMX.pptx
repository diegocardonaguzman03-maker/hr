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Entregar a la colada continua en 35–45 min acero en grado, limpio y a la T de envío, con argón suave ≥ 8 min. Principio rector: Sin ≥ 8 min de argón suave, química y T en rango, la olla no se libera.
PUNTOS A CERRAR: Presentar a los participantes, el objetivo y la ruta de certificación (teoría → OJT → evaluación práctica).
[POR CONFIRMAR] Taps del transformador, caudal de bóveda, lanza de argón y presión de respaldo con el OEM · Escoria reductora, desoxidante, Ca/Al, cobertura, líquidus y T de envío con Ingeniería de Proceso · Espesor de escoria, velocidad de alambre, CaSi, ojo de argón, N captado y pérdidas de T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CC2: Al ≤ 0.005 %. CaSi 0.3–0.5 kg/t [Supuesto], Ca/Al 0.08–0.14 y escoria reductora [Validar con Ingeniería de Proceso]. 1.ª olla de secuencia: + 10–15 °C.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≥ 8 min — 50–150 NL/min ≥ 8 min sin adiciones para flotar inclusiones; si no se cumple, no se libera.
2) b) 400–600 NL/min sin arco — Arco apagado, escoria desoxidada y Ar fuerte 400–600 NL/min por 8–12 min.
3) b) No se corrige; C-09 decide — El Al alto no se puede quitar: C-09 decide la reasignación de grado.
4) b) Respaldo de presión o lanza superior — Revisar conexión, presión de respaldo y, si falla, lanza de argón: sin agitación no hay desulfuración.
5) b) El Al tapa las buzas calibradas — CC2 cuela con buza calibrada: la alúmina la obstruye (clogging).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Taps del transformador, caudal de bóveda, lanza de argón y presión de respaldo con el OEM · Escoria reductora, desoxidante, Ca/Al, cobertura, líquidus y T de envío con Ingeniería de Proceso · Espesor de escoria, velocidad de alambre, CaSi, ojo de argón, N captado y pérdidas de T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MO-LF-01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Tratamiento en horno olla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Entregar a la colada continua en 35–45 min acero en grado, limpio y a la T de envío, con argón suave ≥ 8 min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(S-06)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60 tratamientos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 de argón suave al final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Argón y muestra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Calentar 4–5 °C/min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Desulfurar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Ajuste y CaSi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Argón suave ≥ 8 min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Envío a CC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S-06 Operador de Horno Olla · S-07 Ayudante / Alambre · S-11 Muestrero · C-07 Ingeniero de Proceso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envías acero en grado, limpio y a tiempo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Recibir y homogenizar la olla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Bordo libre ≥ 300 mm [Supuesto] y coraza OK; argón 100–200 NL/min con burbujeo; T, O, muestra y escoria.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Calentar y desulfurar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a 4–5 °C/min bajo escoria reductora; desulfurar con Ar 400–600 NL/min 8–12 min hasta S ≤ 0.010 %.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Ajustar química y tratar con CaSi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Aleaciones y alambre de Al; en CC1 al Al, CaSi 0.3–0.5 kg/t con bóveda abajo y nadie frente a la ventana.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 limpio y a la T de envío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Argón suave 50–150 NL/min ≥ 8 min sin adiciones; T ± 5 °C del objetivo; cobertura y aviso a S-09 y S-12.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LF es la última oportunidad de corregir el acero antes de la colada. Azufre, Al o Ca fuera de rango se convierten en buzas tapadas, grietas o colada fuera de grado. Una T de envío errónea causa breakout o congelamiento. Y una fuga de agua o el argón en una fosa pueden matar.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≥ 8 min de argón suave, química y T en rango, la olla no se libera.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C-07 fija la práctica; S-06 decide y libera la olla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tratamiento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 EAF / LF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define prácticas por grado: escoria, adiciones, argón, CaSi, T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 Operador de Horno Olla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 argón, arco y adiciones; decide ajustes; libera la olla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S-07 Ayudante / Alimentación de Alambre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Conecta argón, mide T/O, muestrea, opera el alambre, mide escoria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 / Analista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Analiza muestras en ≤ 4 min [Supuesto]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rangos químicos por grado y decide desviaciones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Supervisa el turno; decide en condiciones anormales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Informa hora requerida y T objetivo en el distribuidor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Calentar, limpiar y ajustar; al final, argón suave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Llegada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Bordo libre ≥ 300 mm; coraza OK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Argón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100–200 NL/min; burbujeo visible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Muestra 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T, O, química y espesor de escoria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Calentar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4–5 °C/min; escoria reductora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Desulfurar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arco; Ar 400–600 NL/min 8–12 min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Ajustar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Granel + alambre de Al y C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CaSi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CC1 al Al: 0.3–0.5 kg/t, Ar suave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Argón suave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50–150 NL/min ≥ 8 min, sin adiciones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 ± 5 °C; cobertura → MO-OLL-02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Después del argón suave no se agrega nada: cualquier adición reinicia la cuenta de 8 minutos.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≥ 8 min de argón suave, química y T en rango, la olla no se libera.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Arco, argón y alambre trabajan sobre la misma olla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 Figura: lf-horno-olla.svg.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lf-horno-ol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" y="1417320"/>
            <a:ext cx="67310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electrodos de 457 mm y 25 MVA calientan a 4–5 °C/min bajo escoria reductora.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tapón poroso agita: fuerte 400–600 NL/min para desulfurar, suave 50–150 NL/min al final.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alimentador (2 líneas) inyecta CaSi, Al y C bajo la escoria.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Tratamiento típico de 35–45 min [Validar con OEM].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tapón con argón no hay tratamiento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 Figura: olla-corte-valvula-tapon.svg.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olla-corte-valvula-tap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79" y="1417320"/>
            <a:ext cx="6549081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argón entra por el tapón poroso del fondo y mezcla todo el baño.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no hay burbujeo: presión de respaldo o lanza de argón superior.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Bordo libre ≥ 300 mm [Supuesto] antes de la agitación fuerte.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 del LF deben estar en condición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Transformador del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Potencia para calentar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 MVA; taps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 de aceite ni temperatura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Electrodos (3)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Grafito 457 mm (18")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Longitud; juntas apretadas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Bóveda enfriada por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Cubre la olla y capta humos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monitoreado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Sin fuga; caudal y T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Estación de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Agitación por tapón poroso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Fuerte 400–600; suave 50–150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Conexión sin fuga; respaldo listo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Alimentador de alambre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CaSi, Al y 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líneas; 150–250 m/min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Guías libres; contador calibrado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Tolvas y báscula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Adiciones a granel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Cal, aluminato, FeMn, FeSi, SiMn, FeNb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Materiales secos; báscula verificada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 manipuladora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T, O, muestra y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Sondas desechables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Contacto OK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Argón, azufre, Al y T definen la liberación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tratamiento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35–45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 S-12; registrar causa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4.5 °C/min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4–5 °C/min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 °C/min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escoria, tap y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fuerte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500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400–600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600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Reducir: salpica y abre ojo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suave final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50–150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Ojo &gt; 200 mm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el flujo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Agitación suave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8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8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liberar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 final (CC1)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0.008 %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0.010 %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0.010 %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Repetir desulfuración;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soluble (CC1)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0.035 %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0.020–0.045 %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0.020 o &gt; 0.045 %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Bajo: alambre; alto: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envío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familia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°C del objetivo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 de ± 10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Calentar o esperar con Ar suave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CC2: Al ≤ 0.005 %. CaSi 0.3–0.5 kg/t [Supuesto], Ca/Al 0.08–0.14 y escoria reductora [Validar con Ingeniería de Proceso]. 1.ª olla de secuencia: + 10–15 °C.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Agua, argón y CaSi: los riesgos del horno olla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arriba con interruptor cerrado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Plataforma de electrodos y bóveda: interruptor abierto con llave cautiva por persona, o LOTO completo para intervenir (MS-ACE-02).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Fuga de agua en la bóveda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fuera; no mover la olla si hay agua sobre la escoria; cortar el circuito; evacuar a ≥ 25 m (MS-ACE-03).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Adiciones y alambre secos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Tolvas cerradas y bobinas bajo techo. Durante el CaSi: bóveda abajo y nadie frente a la ventana (roja ≤ 5 m).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Argón en fosas y túneles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Espacio confinado: monitor de O₂ fijo; entrar con O₂ 19.5–23.5 %, &lt; 10 % LEL, CO &lt; 25 ppm, vigía y rescate.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y careta con visor dorado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Chaqueta y guantes aluminizados al medir y muestrear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ignífuga y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personal de CO y de O₂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Alambre: guantes de carnaza y protección facial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Perforación o gas en el LF: protegerse y avisar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 Figura: ms-emergencia-arbol-decision.svg.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emergencia-arbol-dec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Perforación de olla en la estación: retirar a todos a ≥ 25 m; no intentar taponar; nunca agua.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Gas: O₂ &lt; 19.5 % o &gt; 23.5 %, no entres; CO ≥ 25 ppm sal, ≥ 200 ppm evacúa el sector.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C-04 asume el mando; conteo en el punto de reunión PR2 (ollas y LF).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acero limpio se decide en los últimos 8 minutos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Química final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 del grado (C-09)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final, 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Colada fuera de grado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Azufre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0.010 % (CC1)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MnS, grietas, baja tenacidad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soluble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0.020–0.045 % CC1; ≤ 0.005 % CC2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 tapada (clogging); envejecimiento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Tratamiento con Ca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Ca/Al 0.08–0.14 [Validar]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Clogging por alúmina o por CaS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Agitación suave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8 min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de argón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 en planchón o palanquilla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envío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°C del objetivo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Sonda final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Breakout, segregación o congelamiento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 de envío = líquidus + sobrecalentamiento + pérdidas LF → distribuidor (35–45 °C [Supuesto]).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Catorce pasos; tres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datos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 EAF: T, O, adiciones, arrastre, número de olla. De CC: hora requerida y T objetivo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Datos en nivel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Posiciona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Carro en estación; verifica bordo libre ≥ 300 mm y que no haya fuga ni punto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Bordo libre y coraza OK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 / S-07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Conecta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Conexión rápida; 100–200 NL/min; confirma burbujeo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Burbujeo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y muestrea (1)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 2–3 min de argón: T, O (si aplica), muestra y espesor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Lecturas válidas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bóveda y calienta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Electrodos abajo; tap según práctica; Ar 100–200 NL/min; cal y aluminato para escoria reductora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4–5 °C/min; arco cubierto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Desoxida la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Desoxidante de escoria según práctica (Al granulado / CaC₂ [Validar con Ingeniería de Proceso])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clara, FeO + MnO 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Desulfura (si aplica)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apagado; Ar 400–600 NL/min por 8–12 min; vigila salpicaduras y bordo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 ≤ 0.010 % en muestra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Catorce pasos; tres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2 y ajuste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Aleaciones a granel (FeMn, FeSi, SiMn, FeNb, C) con rendimientos de C-07; Al con alambre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Química en rango (muestra 3)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 / S-07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Trata con CaSi (CC1 al Al)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 el Al final: CaSi 0.3–0.5 kg/t, 150–250 m/min, Ar suave; bóveda abajo, nadie frente a la ventana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Metros según cálculo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temperatura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Calienta hasta la T de envío + margen de la agitación suave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en objetivo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Agitación suave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apagado; Ar 50–150 NL/min, ojo ≤ 200 mm; ≥ 8 min sin adiciones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8 min cumplidos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Medición final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y muestra final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± 5 °C; química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Cobertura aislante según práctica [Validar con Ingeniería de Proceso]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Superficie cubierta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Desconecta argón; bóveda arriba; confirma a S-09 y S-12: olla, colada, T y destino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Liberación registrada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argón no hay desulfuración ni acero limpio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sin argón (sin burbujeo)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conexión; presión de respaldo; si falla, lanza de argón superior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Perforación o fuga de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fuera, electrodos y bóveda arriba; evacuar ≥ 25 m; metal a fosa seca; nunca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de fuga de agua en bóveda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fuera; no mover la olla si hay agua; cortar el circuito; evacuar ≥ 25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Mtto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espumando fuera de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argón; detener adiciones; arco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inestable o ruidoso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Agregar cal o aluminato; bajar tap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 no baja de 0.010 %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Desoxidar escoria, más cal, repetir agitación fuerte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&gt; 0.045 %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se corrige hacia abajo: C-09 decide reasignación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Alambre atascado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Detener; LOTO para desatascar; reanudar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S-07,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 Operador de Horno Olla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160 h / 60 tratamientos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S-07 Ayudante / Alambre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40 tratamientos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 / Analista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100 análisis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bordo libre y coraza antes de agitar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Desulfura con escoria desoxidada y argón fuerte sin derrame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Inyecta CaSi con la zona despejada y la bóveda abajo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Cumple ≥ 8 min de argón suave sin adiciones antes de liberar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Responde a tapón sin argón y a fuga de agua en bóveda (evacúa a ≥ 25 m)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Sube a la plataforma solo con interruptor abierto y llave cautiva o LOTO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 h / 60 tratamientos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MO-LF-01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 dura como mínimo el argón suave antes de liberar?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3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≥ 8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≥ 20 min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argón se usa para desulfurar?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50–150 NL/min con arco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400–600 NL/min sin arco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Sin argón, solo cal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Al soluble sale en 0.052 % en un grado CC1. ¿Qué pasa?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Se baja con más argón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se corrige; C-09 decide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Se agrega CaSi extra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hay burbujeo al conectar el argón.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Calentar sin argón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Respaldo de presión o lanza superior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Liberar la olla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¿Por qué el acero de CC2 va con Al ≤ 0.005 %?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Para ahorrar aluminio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El Al tapa las buzas calibradas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Para subir el azufre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horno olla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≥ 8 min de argón suave no se libera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 sin adiciones durante ese tiempo.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CaSi con bóveda abajo y nadie al frente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 ≤ 5 m de la ventana durante la inyección.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Fuga de agua: arco fuera y evacuar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mover la olla si hay agua sobre la escoria; ≥ 25 m.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Fosas con argón: espacio confinado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Permiso, medición de O₂ → LEL → CO, vigía y rescate.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MO-LF-01 — Tratamiento en horno olla: calentamiento, ajuste químico, desulfuración, argón y alambre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2026-09-25T20:02:41Z</dcterms:created>
  <dcterms:modified xsi:type="dcterms:W3CDTF">2026-09-25T20:02:41Z</dcterms:modified>
</cp:coreProperties>
</file>