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Brazos aislados, regulación estable y bóveda cambiada sin nadie bajo la carga ni energía almacenada. Principio rector: Nadie trabaja bajo una columna, un brazo o una bóveda que no esté calzada y a 0 bar.
PUNTOS A CERRAR: Presentar a los participantes, el objetivo y la ruta de certificación (teoría → OJT → evaluación práctica).
[POR CONFIRMAR] Presión de HPU, torques de uniones y fuerza de mordaza con el OEM · Holgura de rodillos, deriva de cilindro y asiento de bóveda ≤ 10 mm · Peso de bóveda y delta; vida del delta 150–300 coladas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Presión de HPU, torques (ej. M36 10.9 ≈ 2,500 N·m), vida del delta 150–300 coladas y deriva: [Validar con OEM / Ingeniería de Mantenimiento].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1 MΩ a 1,000 V DC — Con menos de 1 MΩ no se energiza; el objetivo es ≥ 10 MΩ.
2) b) No trabajar debajo y calzar — Sello o retención dañados: la gravedad y la energía guardada siguen presentes. Calzar y avisar a C-11 y S-22.
3) b) ≥ 50 mm por lado — Menos de 50 mm provoca arco a la bóveda y rotura; se recentra la bóveda o la columna.
4) a) A 100 mm, esperar 1 min — Se levanta a 100 mm y se espera 1 min para confirmar carga estable, sin nadie bajo la carga.
5) c) Solo N₂ seco — Solo N₂ seco; la precarga es ≈ 0.9 × la presión mínima de trabajo, ±5 %.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Presión de HPU, torques de uniones y fuerza de mordaza con el OEM · Holgura de rodillos, deriva de cilindro y asiento de bóveda ≤ 10 mm · Peso de bóveda y delta; vida del delta 150–300 coladas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MM-EAF-02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Brazos y cambio de bóveda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Brazos aislados, regulación estable y bóveda cambiada sin nadie bajo la carga ni energía almacenada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(S-19 Mecánico)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2 cambios de bóveda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Reserva lista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calzas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 cero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Izaje de bóveda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Megger y torque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 y liberación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S-19 Mecánico · S-22 Técnico Hidráulico · S-20 Electricista · S-21 Instrumentista · S-04 Grúa de Carga · S-01 Primer Hornero · C-11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cambias la bóveda sin energía guardada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Bloquear todas las energías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E1–E6, calzas bajo columnas y acumuladores descargados; prueba: sin movimiento, 0 bar y 0 V.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Izar la bóveda con plan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Balancín certificado en 4 orejas, prueba de levante a 100 mm por 1 min y nadie a ± 5 m de la carga.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brazos aislados y firmes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Megger ≥ 1 MΩ a 1,000 V DC, torque OEM en cruz y zapatas sin cráteres &gt; 2 mm.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antes de liberar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Holgura electrodo–delta ≥ 50 mm, agua sin fugas, escalón de 100 mm y deriva ≤ 5 mm en 10 min.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columna, el brazo y la bóveda de 50–70 t guardan energía hidráulica y de gravedad: un acumulador cargado o una columna sin calza aplasta. Un brazo mal aislado o una mordaza floja provoca arco a la bóveda, rotura o caída del electrodo al baño.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trabaja bajo una columna, un brazo o una bóveda que no esté calzada y a 0 bar.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C-11 es dueño; S-22 manda en la energía hidráulica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brazos y cambio de bóveda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Supervisor de Mantenimiento Mecánico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OT, LOTO grupal, plan de izaje y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Guías, mordazas, uniones y cambio de bóveda o delta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Técnico Hidráulico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HPU, válvulas proporcionales, acumuladores, cilindros y aceite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Operador de Grúa de Carga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la bóveda (grúa 120/40 t) y el delta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LOTO eléctrico MT, megger de brazos y termografía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Transductores de posición; prueba de respuesta de regulación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brazos y bóveda;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Izaje crítico, altura y LOTO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bóveda se iza solo con 0 bar y agua drenada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Paro programado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OT, permisos y reserva inspeccionada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Posicionar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Horno vacío, bóveda girada a cambio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MT, HPU, O₂/GN, agua y calzas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Energía cero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movimiento, 0 bar, 0 V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Drenar agua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V1/V2 cerradas, drenes a 0 bar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Izar y colocar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Balancín, grúa 120/40 t, centrar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Brazos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Holgura, zapatas, torque, megger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y LOTO fuera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fuga; retiro en orden inverso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y 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Levante, giro, escalón; firma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Antes de abrir una línea o izar la bóveda: calzas puestas y acumuladores en 0 bar.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trabaja bajo una columna, un brazo o una bóveda que no esté calzada y a 0 bar.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Brazo, mordaza y columna llevan decenas de kA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Figura: eaf-corte-horno.svg.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eaf-corte-horn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1417320"/>
            <a:ext cx="67310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Tres electrodos UHP de 610 mm cuelgan de los brazos y mordazas; los mástiles se mueven con regulación hidráulica.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bóveda enfriada por agua y el delta refractario cierran el horno y aíslan los electrodos.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falla de brazo o mordaza da arco inestable, arco a la bóveda o caída del electrodo.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los componentes, el aislamiento ≥ 1 MΩ manda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Brazo portaelectrodo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Conducir corriente, sostener electrodo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Aislado de la columna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 MΩ a 1,000 V DC;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Mordaza y zapata (Cu)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Apretar el electrodo de 610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Resortes; apertura hidráulica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Cráteres ≤ 2 mm; fuerza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Columna y rodillos guía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Guiar el movimiento vertical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0.5–1.0 mm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Verticalidad ≤ 1 mm/m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Cilindro y servo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Mover la columna con control fino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ISO 4406 ≤ 16/14/11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Deriva ≤ 5 mm en 10 min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HPU con fluido HFC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para regular y mover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120–160 bar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30–50 °C; filtros sin alarma ΔP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Acumuladores de vejiga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Respaldo y respuesta rápida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Precarga N₂ ≈ 0.9 × P mín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±5 % OEM; registro NOM-020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Bóveda y delta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Cerrar horno, aislar electrodos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50–70 t / 8–12 t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electrodo–delta ≥ 50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Megger &lt; 1 MΩ o columna que deriva: no se opera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Temperatura de HFC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30–50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55 °C; no operar &gt; 60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Continuo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en el HFC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35–45 %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35 o &gt; 50 %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Limpieza (ISO 4406)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16/14/11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17/15/12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18/16/13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Precarga de acumulador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0.9 × P mín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80 %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Aislamiento de brazo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10 MΩ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 MΩ a 1,000 V DC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1 MΩ: no energizar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Trimestral y tras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Termografía de brazos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≤ 10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10–30 investigar; &gt; 30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de rodillos guía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0.5–1.0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1.5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Semanal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electrodo–delta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75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mm por 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50 mm: recentrar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Presión de HPU, torques (ej. M36 10.9 ≈ 2,500 N·m), vida del delta 150–300 coladas y deriva: [Validar con OEM / Ingeniería de Mantenimiento].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energía hidráulica guardada mueve la columna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E1–E6 con calzas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MT con tierras (S-20), HPU y acumuladores descargados a tanque, O₂/GN, agua V1/V2 y calzas y pernos de giro y basculamiento.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Prueba de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Intento de mover columna y bóveda desde HMI y mando local sin respuesta; 0 bar; detector de tensión vivo–muerto–vivo.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Izaje crítico de la bóveda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 de izaje, balancín certificado, prueba a 100 mm; nadie en el radio de giro ni a ± 5 m de la carga (MS-ACE-04).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Altura, calor y trabajo en caliente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y línea de vida (NOM-009); bóveda ≤ 60 °C o EPP térmico; cortar o soldar solo con 0 % LEL detectable (≤ 1 % de lectura).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careta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de carnaza y de nitrilo (hidráulica)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de cuerpo completo en altura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Termografía en operación: ropa aluminizada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HPU, acumuladores y calzas: el bloqueo que protege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Figura: ms-loto-puntos-eaf.svg.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ea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Unidad hidráulica bloqueada y acumuladores a 0 bar antes de abrir una línea.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Calza mecánica bajo cada columna; electrodos apoyados o soportados.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Interruptor de AT extraído y tierras puestas solo por S-20 (NOM-029).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mordaza floja se paga en electrodo y en arco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Estabilidad de regulación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Corriente de arco sin oscilación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Tendencia corriente/impedancia, trimestral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kWh/t; T de vaciado fuera de ±15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Contacto zapata–electrodo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ΔT ≤ 10 °C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Termografía mensual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Rotura; punta al baño (C alto)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electrodo–delta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 de bóveda o delta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a bóveda; contaminación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Consumo de electrodo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1.3–1.6 kg/t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KPI por turno (C-07)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 lateral por mordaza floja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zapata caliente o una mordaza floja termina en electrodo roto y carbono alto en el baño.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Prepara y posiciona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Reserva y balancín con certificado; horno vacío; electrodos retirados o asegurados; bóveda girada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Reserva lista y 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S-01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 E1–E6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 de cada ejecutante; calzas bajo columnas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 los candados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Intento de movimiento desde HMI y mando local; HPU y acumuladores 0 bar; detector de tensión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movimiento, 0 bar, 0 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Drena agua de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V1/V2, abre drenes hasta 0 bar; desconecta mangueras y tapa conexiones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la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Balancín en 4 orejas; levante a 100 mm, espera 1 min; traslada a su base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Estable,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reserva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sobre el anillo; centra con marcas; asiento uniforme, holgura ≤ 10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Asentada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Cambia el delta si aplica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pernos o cuñas; iza con aparejo certificado; coloca el nuevo con mortero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escalón &gt;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holgura electrodo–delta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de electrodo o flexómetro en los 3 agujeros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50 mm por 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brazos y mordazas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zapatas; mide cráteres (≤ 2 mm); abre y cierra la mordaza 3 veces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Abre y cierra, sin fuga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holgura de guías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Lainas en cada rodillo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0.5–1.0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Aprieta uniones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Torquímetro calibrado en cruz al valor OEM; marca de pintura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Torque 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Megger de aislamiento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1,000 V DC por 1 min, brazo–columna y mordaza–brazo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 MΩ (objetivo ≥ 10)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 agua y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Conecta, ventea y presuriza a presión de operación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fuga; ΔQ ≤ 0.5 %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 inverso; verifica que el personal esté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retirados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Pruebas funcionales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Levante y giro completos; escalón de 100 mm por columna; deriva en 10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OEM; deriva ≤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de liberación firmado por Mantenimiento y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 por C-11 y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C-05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Columna que deriva: nadie debajo, calzar y avisar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Columna cae o deriva con HPU parada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trabajar bajo la columna; calzar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entre brazo y bóveda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fuera; megger; recentrar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Oscilación de corriente sin causa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respuesta; muestreo de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HFC &gt; 55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ciclo; revisar enfriador y válvula de alivio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Electrodo resbala en la mordaza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regulación; cambiar paquete de resortes o zapata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fluido a alta presión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 HPU; no tocar el chorro (inyección)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servicio médico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agua en brazo o cable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Arco fuera; revisar si cae agua al horno (MM-EAF-01)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Bóveda no asienta o se atora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forzar; limpiar anillo; revisar cilindros de levante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2 cambios de bóveda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altura e izaje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Técnico Hidráulico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 Electricista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NOM-029 + 8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S-04 Operador de Grúa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 + izaje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izajes de bóveda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LOTO E1–E6 con candado propio y prueba energía cero: sin movimiento, 0 bar, 0 V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Calza columnas y descarga acumuladores a 0 bar antes de abrir líneas; drena la bóveda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Hace prueba de levante y no permite a nadie bajo la bóveda durante el izaje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Aprieta uniones con torquímetro calibrado y mide megger ≥ 1 MΩ antes de energizar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el agua sin fugas antes de retirar LOTO y retira candados con conteo de personal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holgura electrodo–delta ≥ 50 mm y libera con firma de C-11 y C-05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/ 2 cambios de bóveda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meses; altura e izaje 12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MM-EAF-02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aislamiento mínimo del brazo antes de energizar?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0.5 MΩ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 MΩ a 1,000 V DC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100 kΩ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columna deriva con la HPU parada. ¿Qué haces?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Seguir, la HPU está fuera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trabajar debajo y calzar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Arrancar la HPU para sostenerla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holgura mínima debe haber entre electrodo y delta?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≥ 20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50 mm por lado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≥ 150 mm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¿Cómo se hace la prueba de levante de la bóveda?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 100 mm, esperar 1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A 1 m, esperar 10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Sin prueba si el balancín es nuevo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¿Con qué gas se recarga un acumulador de vejiga?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Aire comprimido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Oxígeno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Solo N₂ seco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brazos y bóveda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Calzas y 0 bar antes de meter las manos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Columnas calzadas y acumuladores descargados antes de abrir líneas.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bóveda en izaje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a 100 mm y ± 5 m de la proyección de la carga libres.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Menos de 1 MΩ: no se energiza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Megger a 1,000 V DC después de cada cambio de bóveda.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toca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Candado propio en E1–E6 y prueba de movimiento, presión y tensión.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MM-EAF-02 — Brazos portaelectrodos, columnas, regulación hidráulica y cambio de bóveda / delta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2026-09-25T20:02:36Z</dcterms:created>
  <dcterms:modified xsi:type="dcterms:W3CDTF">2026-09-25T20:02:36Z</dcterms:modified>
</cp:coreProperties>
</file>