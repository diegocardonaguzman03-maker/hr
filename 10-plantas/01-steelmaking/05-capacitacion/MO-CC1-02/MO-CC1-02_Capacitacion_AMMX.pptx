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Dejar la CC1 lista para arrancar: línea seca, molde al ancho, cabeza sellada y sistemas probados. Principio rector: Nadie mete manos al molde sin LOTO, y nada entra al molde si no está seco.
PUNTOS A CERRAR: Presentar a los participantes, el objetivo y la ruta de certificación (teoría → OJT → evaluación práctica).
[POR CONFIRMAR] Factor de contracción, modo inserción y velocidad de inserción con el OEM · Cantidad de chatarra, tipo de fibra y criterio de termopares BOP fallados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Factor de contracción, modo inserción, chatarra 15–25 kg, fibra cerámica y presión de aire: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≈ 650 mm — ≈ 650 mm ± 10 mm, confirmada con regla; si está fuera se reposiciona con el tracking.
2) b) 15–25 kg — 15–25 kg limpios y secos, en capa uniforme de 50–80 mm. Mojada, oxidada o con aceite se reemplaza.
3) b) No arrancar y avisar a C-06 — Una fuga en el molde es riesgo de explosión al arrancar: no se arranca y se atiende con MM-CC-01.
4) c) ≥ 95 % nominal — ≥ 95 % del nominal; con menos de 90 % no se arranca y se avisa a S-21.
5) b) Su propio dueño — Cada dueño retira su candado, después del conteo de personas y herramientas fuera del molde.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Factor de contracción, modo inserción y velocidad de inserción con el OEM · Cantidad de chatarra, tipo de fibra y criterio de termopares BOP fallados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Barra falsa y sellado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la CC1 lista para arrancar: línea seca, molde al ancho, cabeza sellada y sistemas probados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8 preparaciones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libre y seca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Ancho y conicidad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Barra falsa a 650 mm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sellado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 de sistemas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Lista firmada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S-12 Operador de Púlpito de Colada · S-14 Ayudante de Colada · S-13 Operador de Plataforma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la máquina queda seca, sellada y probada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la línea limpia y seca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Boquillas con ≤ 2 % tapadas por zona; línea soplada con aire 10–15 min; cero agua en molde y segmentos 1–3.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Ajustar molde y posicionar la cabeza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Ancho ± 1 mm, conicidad 1.0–1.2 %/m; cabeza de barra falsa a ≈ 650 ± 10 mm bajo el borde.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Sellar con LOTO y material seco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antes de meter manos; holguras de 2–5 mm con fibra; 15–25 kg de chatarra seca en capa de 50–80 mm.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los sistemas críticos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≥ 95 % nominal, agua de emergencia lista, oscilación, nivel y BOP sin fallas; C-06 firma.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Sobre la cabeza de la barra falsa solidifica el primer acero de la secuencia. Una holgura abierta provoca fuga al arranque; una gota de agua, aceite u óxido provoca una explosión. Y si la barra falsa o la oscilación se mueven con manos en el molde, hay amputación.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mete manos al molde sin LOTO, y nada entra al molde si no está seco.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S-12 opera, S-14 sella y C-06 firma el arranque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preparación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y firma la lista previa; autoriza el arranque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Desde la HMI: boquillas, ancho, inserción y pruebas de sistemas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y seca el molde, sella la cabeza, coloca la chatarra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Apoya la verificación del molde y los materiales de arranque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 el sensor de nivel y verifica termopares BOP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ancho, conicidad y práctica de arranque por grado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/ S-22 Mecánico / Hidráulico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Atienden fallas de segmentos, oscilación o hidráulica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lista previa firmada no hay arranque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Restos de acero, rodillos, boquillas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Secar la línea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Aire 10–15 min; sin agua en segmentos 1–3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Ajustar molde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Ancho ± 1 mm; conicidad 1.0–1.2 %/m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Insertar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3–5 m/min; a 2 m del molde 0.3 m/min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Posicionar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Cabeza a ≈ 650 ± 10 mm bajo el borde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sellar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fugas; fibra y chatarra seca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sistemas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≥ 95 %, emergencia, oscilación, BOP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C-06 revisa la lista previa al arranque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falta un punto de la lista previa al arranque, se corrige y se vuelve a probar antes de firmar.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mete manos al molde sin LOTO, y nada entra al molde si no está seco.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cabeza sellada y seca sostiene el primer acero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Figura: cc1-arranque-barra-falsa.svg.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arranque-barra-fal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05" y="1417320"/>
            <a:ext cx="621323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cabeza queda a ≈ 650 mm del borde, con holgura sellada de 2–5 mm por lado.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capa de chatarra de 50–80 mm enfría el primer acero sobre la cabeza.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gancho de cola de milano une el acero a la barra falsa para extraerlo.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barra falsa entra por abajo y cruza 14 segmentos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Figura: cc1-perfil-maquina.svg.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1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52" y="1417320"/>
            <a:ext cx="6376737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barra falsa tipo cadena se inserta por abajo a través de los 14 segmentos hasta el molde.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Restos de acero o un rodillo trabado se detectan como sobrecarga de motores al insertar.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Después del enderezado, la unidad de desconexión separa y guarda la barra falsa.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Molde, agua y oscilación se prueban antes de arrancar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Barra falsa y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Sostiene y extrae el primer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Cadena; gancho de cola de milano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fisuras, acero adherido ni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Molde y caras angostas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Forma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900–1,650 mm; conicidad 1.0–1.2 %/m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 ni fugas de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Segmentos 1–14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Guían y extraen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según tabla ±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vigente; rodillos libres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Enfriamiento secundario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fuera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zonas aire–agua; 0.8–1.2 L/kg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2 % boquillas tapadas por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 y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Extrae calor; protege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4,200 / 450 L/min; emergencia ≤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Caudal ≥ 100 %; prueba ≤ 7 días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Oscilador hidráulico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Evita adherencia al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120–200 cpm; carrera 4–8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frecuencia y carrera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Sensor de nivel y BOP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y detección de sticker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mm; alarma ± 8 mm; 3 filas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Calibrado; todos con lectura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Ancho, posición y chatarra seca definen el sellado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Ancho del molde (arriba)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 × ≈ 1.013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Reajustar caras angostas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Conicidad caras angostas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1.1 %/m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1.0–1.2 %/m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Recalibrar; avisar a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Inserción de barra falsa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3–5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Hasta 5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Arrastre o sobrecarga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Detener; revisar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de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650 mm bajo borde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Reposicionar con tracking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cabeza–placa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2–5 mm por 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fibra; &gt; 10 mm ver 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Chatarra de enfriamiento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15–25 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Mojada, oxidada o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Retirar y reemplazar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 (prueba)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4,200 / 450 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95 % nominal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arrancar; avisar a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Oscilación (prueba)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Tabla; carrera 6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2 %; 4–8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5 % o &gt; ±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Factor de contracción, modo inserción, chatarra 15–25 kg, fibra cerámica y presión de aire: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Atrapamiento y agua: los dos riesgos del sellado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antes de meter manos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Bloquear barra falsa, segmentos, oscilación y ajuste de ancho; prueba de arranque sin movimiento (MS-ACE-02).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Todo seco y limpio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Molde, cabeza, chatarra y herramientas sin agua, aceite ni óxido; línea secada con aire; revisión con lámpara.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Cero fugas en el molde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a caudal nominal y 5 min de observación de placas y esquinas antes de sellar.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Cámara de rociado despejada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la cámara ni bajo la plataforma durante la prueba de boquillas y la inserción.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ropa FR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con metatarsal y guantes de carnaza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al manipular fibra cerámica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y línea de vida fuera de barandales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Cuatro accionamientos se bloquean antes de sellar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Barra falsa, segmentos, oscilación y ajuste de ancho quedan con candado.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trabajador pone su candado personal en la caja grupal.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dueño retira su propio candado al terminar el conteo.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Ancho, boquillas y gap deciden la calidad del planchón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Ancho y conicidad del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 mm; 1.0–1.2 %/m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Manual + HMI, cada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de esquina; abultamiento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Boquillas de secundario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2 % tapadas por zona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visual, cada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Enfriamiento no uniforme, grietas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de segmentos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± 0.5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de gap, plan MM-CC-02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internas, segregación central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Sellado de la cabeza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holguras abiertas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Visual, cada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al arranque; cabeza defectuosa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boquilla tapada o un gap abierto no se ve en el arranque: aparece después como grieta o segregación.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y prueba boquillas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Recorre la línea; con nadie en la cámara activa las 10 zonas en prueba; cambia las tapadas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2 % tapadas por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el agua de rociadores; sopla con aire 10–15 min; revisa molde y rodillos superiores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agua en segmentos 1–3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ancho y conicidad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el ancho del programa en HMI; mide arriba y abajo del molde con regla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 mm; 1.0–1.2 %/m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Inserta la barra falsa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Modo inserción [Validar con OEM]; avanza a 3–5 m/min; a 2 m del molde baja a 0.3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sobrecarga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la cabeza a ≈ 650 mm bajo el borde; confirma con regla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Bloquea barra falsa, segmentos, oscilación y ajuste de ancho; haz la prueba de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y sin movimiento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fugas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 a caudal nominal; observa placas y esquinas 5 min con lámpara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gotas ni humedad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cabeza y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polvo y restos con aire seco; nunca uses agua ni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Limpio y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Sella las holguras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Comprime cordón de fibra cerámica en holguras de 2–5 mm y esquinas; cubre con sellador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holguras visibles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chatarra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15–25 kg limpios y secos en capa uniforme de 50–80 mm; sin tapar el gancho en exceso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Uniforme y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Cuenta y retira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Cuenta herramientas y personas; tapa de molde; cada dueño retira su candado y avisa al 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la oscilación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a la frecuencia y carrera de arranque; mide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2 %; ±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el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nominal en las 4 caras; alarmas de caudal y ΔT activas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95 % nominal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agua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torre; bombas diésel en automático; última prueba ≤ 7 días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Listo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nivel, BOP y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Sensor calibrado y termopares con lectura; oxicorte y mesa libres; lanzas y pote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fallas;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 la lista previa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revisa los puntos de la lista previa al arranque y firma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Gotas de agua en el molde: la máquina no arranca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Sobrecarga de motores al insertar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Detén; inspecciona con LOTO; no fuerces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Cabeza no llega a la posición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manual a baja velocidad; recalibra el tracking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Gotas de agua en placas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arrancar; atender con MM-CC-01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cabeza–placa &gt;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ancho; cambia la cabeza si aplica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Chatarra mojada u oxidada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Reemplázala con material seco del almacén cubierto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emergencia vencida o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arrancar hasta probar (MM-CC-03)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Termopares BOP fallados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Reparar o C-08 autoriza con restricción de velocidad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Sensor de nivel inestable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Recalibra; sin nivel automático no se arranca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 h / 8 preparaciones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8 sellados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 la línea y confirma cero agua en molde y segmentos 1–3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LOTO a barra falsa, segmentos, oscilación y ancho; hace la prueba de arranque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 fugas del molde con agua a caudal nominal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Sella holguras sin dejar pasos y coloca chatarra seca de 15–25 kg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agua de molde ≥ 95 % y agua de emergencia lista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h / 8 preparaciones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MO-CC1-02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distancia bajo el borde del molde queda la cabeza de la barra falsa?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≈ 250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≈ 650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≈ 900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¿Cuánta chatarra de enfriamiento se coloca sobre la cabeza?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5–10 kg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15–25 kg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40–60 kg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Ves gotas de agua en las placas del molde.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Secar con aire y arrancar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arrancar y avisar a C-06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Tapar con fibra cerámica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caudal mínimo de agua de molde se exige en la prueba antes de arrancar?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≥ 80 % nominal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90 % nominal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≥ 95 % nominal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retira cada candado del LOTO al terminar el sellado?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El supervisor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Su propio dueño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El operador de púlpito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sellado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no hay manos en el molde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Barra falsa, segmentos, oscilación y ancho bloqueados y probados.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en el molde = no se arranca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Humedad, aceite u óxido + acero líquido = explosión (MS-ACE-03).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agua de emergencia no se arranca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Torre con nivel, diésel en automático; arranque semanal y prueba de cambio mensual vigentes.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lista firmada no hay arranque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C-06 revisa todos los puntos y firma la lista previa.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MO-CC1-02 — Inserción y sellado de la barra falsa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2026-09-25T20:02:37Z</dcterms:created>
  <dcterms:modified xsi:type="dcterms:W3CDTF">2026-09-25T20:02:37Z</dcterms:modified>
</cp:coreProperties>
</file>