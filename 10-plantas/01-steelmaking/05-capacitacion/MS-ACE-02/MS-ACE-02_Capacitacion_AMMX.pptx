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Un candado, una persona, una llave: nadie mete el cuerpo hasta probar todas las energías en cero. Principio rector: Un candado, una persona, una llave. Prueba energía cero antes de tocar.
PUNTOS A CERRAR: Presentar a los participantes, el objetivo y la ruta de certificación (teoría → OJT → evaluación práctica).
[POR CONFIRMAR] Clase del detector de AT y calibre de tierras con el diagrama unifilar y C-12 · Calzas y pasadores según OEM; temperatura de contacto ≤ 50 °C (supuesto) · Límite &lt; 2 × fondo de Cs-137 con el ESR; frecuencia de VCC de LOTO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Trabajo en caliente: 0 % LEL detectable (≤ 1 % de lectura del equipo). Horno a 0° con pasador. Límites de radiación [Validar con ESR].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a) Uno propio — Un candado, una persona, una llave. Nunca se presta ni se usa el de otro.
2) b) S-20 Electricista — Solo S-20, con prueba vivo–muerto–vivo (NOM-029).
3) b) Detengo todo y reviso los puntos — Hay un punto omitido o puenteado: nadie trabaja hasta encontrar la energía no aislada.
4) b) No, se requiere LOTO completo — La llave cautiva es solo para acceso de rutina listado. Toda intervención exige LOTO completo.
5) b) Agua, hidráulica, eléctrica — Primero agua con caudales normales, luego hidráulica, al final eléctrica.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Clase del detector de AT y calibre de tierras con el diagrama unifilar y C-12 · Calzas y pasadores según OEM; temperatura de contacto ≤ 50 °C (supuesto) · Límite &lt; 2 × fondo de Cs-137 con el ESR; frecuencia de VCC de LOTO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SEGURIDAD · MS-ACE-02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Aislamiento y bloqueo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candado, una persona, una llave: nadie mete el cuerpo hasta probar todas las energías en cero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CRS-01 LOTO (ejecutores)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bloqueos supervisados en OJT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V, bar y movimiento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Identificar energías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Parar y aislar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Candado y tarjeta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Candado personal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Energía cero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Retiro ordenado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S-19 · S-20 · S-21 · S-22 · S-23 · S-24 · S-25 · S-26 · S-01 · S-12 · C-04 · C-05 · C-06 · C-11 · C-12 · contratistas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MS-ACE-02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bloqueas y pruebas cero sin atajos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MS-ACE-02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Identificar todas las energías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Eléctrica, hidráulica, neumática, agua, gases, gravedad, térmica y radiación, con la lista de puntos del equipo.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Aislar, bloquear y etiquetar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Candado de equipo y tarjeta en cada punto; llaves a la caja grupal; un candado personal por trabajador.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Probar energía cero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Intento de arranque, 0 V vivo–muerto–vivo, 0 bar, multigás en rango y Cs-137 &lt; 2 × fondo.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Distinguir llave cautiva de LOTO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Llave cautiva solo para acceso de rutina listado; toda intervención en el equipo exige LOTO completo.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transformador de 140 MVA, brazos de electrodo, acumuladores hidráulicos, agua a presión y gases pueden liberar su energía sin aviso. Si alguien tiene el cuerpo dentro del equipo, el resultado es electrocución, aplastamiento, quemadura o asfixia. Solo la prueba de energía cero lo evita.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candado, una persona, una llave. Prueba energía cero antes de tocar.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S-20 opera alta tensión; cada quien su candado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MS-ACE-02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el bloqueo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Especialista de Seguridad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Dueño; audita bloqueos (VCC); aprueba métodos alternos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 Jefe de Turno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Autoriza la liberación a mantenimiento; custodia la caja grupal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 / C-06 Supervisores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Entregan el equipo vacío, frío y estacionado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 / C-12 Mantenimiento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Emiten el permiso; identifican energías con la lista de puntos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 Electricista de Acería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Único que opera interruptores de media y alta tensión y aplica tierras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S-22 Técnico Hidráulico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Descarga acumuladores y verifica 0 bar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S-19, S-21, S-23 a S-25, contratistas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Colocan su candado personal; verifican energía cero antes de tocar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como ESR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el obturador de Cs-137, pone su candado y mide &lt; 2 × fondo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trabaja antes de la prueba de energía cero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MS-ACE-02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307592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Preparar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Permiso + lista de puntos del equipo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783080" y="1691640"/>
            <a:ext cx="1307592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9476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Avisar y parar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Horno vacío y a nivel; máquina vacía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017520" y="1691640"/>
            <a:ext cx="1307592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1821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Aislar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0632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Interruptor, válvulas, pasadores, obturador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251960" y="1691640"/>
            <a:ext cx="1307592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4165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Bloquear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Candado de equipo + tarjeta; caja grupal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48640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5099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Candado personal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53212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Uno por trabajador, antes de entrar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72084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8854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Liberar residual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7665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 bar, calzas, drenar, purgar, ≤ 50 °C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955280" y="1691640"/>
            <a:ext cx="1307592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1198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Energía cero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Arranque, 0 V, 0 bar, gas, radiación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9189720" y="1691640"/>
            <a:ext cx="1307592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3543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Trabajar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92354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Repetir prueba si &gt; 2 h o cambia alcance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424160" y="1691640"/>
            <a:ext cx="1307592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5887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Retiro ordenado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04698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Contar personal; agua, hidráulica, eléctrica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la prueba de energía cero falla, se regresa a aislar: nunca se trabaja buscando la energía con el cuerpo.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candado, una persona, una llave. Prueba energía cero antes de tocar.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Cada punto de bloqueo está numerado en campo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MS-ACE-02 v0.2 (Borrador para validación) y FT-ACE-001 v0.3. Material de capacitación; no sustituye al manual. Figura: ms-loto-puntos-eaf.svg.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ms-loto-puntos-ea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47" y="1417320"/>
            <a:ext cx="591014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Interruptor de AT, transformador, hidráulica, agua, gases y banda de DRI tienen su punto.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pasador de basculamiento y la calza de columna bloquean la gravedad.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O₂ y gas natural se aíslan con doble bloqueo y venteo; brida ciega si hay ingreso.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CC el agua de molde se cierra solo con máquina vacía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MS-ACE-02 v0.2 (Borrador para validación) y FT-ACE-001 v0.3. Material de capacitación; no sustituye al manual. Figura: ms-loto-puntos-cc.svg.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pic>
        <p:nvPicPr>
          <p:cNvPr id="7" name="Image 1" descr="/home/user/HR/10-plantas/01-steelmaking/img/png/ms-loto-puntos-c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206" y="1417320"/>
            <a:ext cx="5769429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de molde: cerrar solo sin acero líquido; bloquear bombas y torre de emergencia.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barra falsa se estaciona con pasador; segmentos y extractores con HPU bloqueada.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Cs-137 de CC2: obturador cerrado con candado del ESR y lectura &lt; 2 × fondo.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Candado personal, tierras y pasadores: sin préstamo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MS-ACE-02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Candado personal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Identifica a cada trabajador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Rojo, llave única, foto y nombre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Uno por persona; nunca prestado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Candado de equipo y caja grupal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Bloquean puntos; guardan llaves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Caja para ≥ 20 candados personales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Numerados según la lista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Tarjeta NO OPERAR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Informa quién, por qué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Nombre, fecha, radio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Una por candado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Detector de AT y multímetro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de ausencia de tensión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Multímetro CAT III 1,000 V / CAT IV 600 V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Vivo–muerto–vivo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Tierras temporales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Contra reenergización e inducción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Según corriente de falla [Validar con C-12]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Inspección y registro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Calzas, pasadores, bridas ciegas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Bloqueo de gravedad y de gases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Diseño OEM [Validar con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Pintados en rojo; numeradas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Multigás y medidor de radiación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Atmósfera y obturador de Cs-137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O₂, CO, LEL; μSv/h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Bump test diario; calibración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Cero volts, cero bar y cero movimiento, sin excepción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MS-ACE-02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77490"/>
                <a:gridCol w="2777490"/>
                <a:gridCol w="2777490"/>
                <a:gridCol w="277749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Límite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Tensión en el punto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V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Cualquier lectura &gt; 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tocar; C-12 revisa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Hidráulica y acumuladores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bar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0 bar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Descargar de nuevo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de panel o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bar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0 bar o flujo en dren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Revisar; doble bloqueo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O₂ / gas natural / argón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bar en venteo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0 bar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Revisar doble bloqueo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Atmósfera de entrada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O₂ 19.5–23.5 %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 ≥ 25 ppm o ≥ 10 % LEL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Salir; no ingresar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Evacuación del sector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 ≥ 200 ppm o ≥ 20 % LEL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Evacuar el sector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Superficie de trabajo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40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50 °C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Esperar enfriamiento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Cs-137 con obturador cerrado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Fondo 0.1–0.3 μSv/h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2 × fondo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Alejarse ≥ 3 m; ESR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Trabajo en caliente: 0 % LEL detectable (≤ 1 % de lectura del equipo). Horno a 0° con pasador. Límites de radiación [Validar con ESR].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Energía que regresa: electrocución y aplastamiento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MS-ACE-02 v0.2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Aislamiento eléctrico por S-20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Interruptor extraído y bloqueado, seccionador abierto y tierras en AT. Prueba vivo–muerto–vivo con registro.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Gravedad y acumuladores en cero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Acumuladores a 0 bar; calzas en brazos y columnas; pasador de basculamiento y de barra falsa.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Fluidos con doble bloqueo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Agua, O₂, gas natural y argón con doble bloqueo y venteo; brida ciega si hay ingreso; manómetro 0 bar.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Agua de molde con acero: prohibido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Nunca cerrar el agua de molde con acero líquido o hebra sin solidificar. C-06 confirma máquina vacía.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básico de nave: casco, lentes y botas metatarsales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Ropa FR o algodón, guantes y protección auditiva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S-20: EPP para arco según estudio [Validar con C-12]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Detector multigás si hay ingreso (MS-ACE-05)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Cada energía del EAF tiene su candado rojo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MS-ACE-02 v0.2 (Borrador para validación) y FT-ACE-001 v0.3. Material de capacitación; no sustituye al manual. Figura: ms-loto-puntos-eaf.svg.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pic>
        <p:nvPicPr>
          <p:cNvPr id="7" name="Image 1" descr="/home/user/HR/10-plantas/01-steelmaking/img/png/ms-loto-puntos-ea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47" y="1417320"/>
            <a:ext cx="591014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Los números de la figura coinciden con las etiquetas pintadas en campo.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Todas las llaves de los candados de equipo van a la caja grupal.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Cada trabajador pone su candado personal en la caja grupal antes de entrar.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equipo se devuelve probado: agua antes que energía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MS-ACE-02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se controla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Permiso de trabajo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Lista de puntos, lecturas cero, firmas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bloqueo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se trabaja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Bitácora de caja grupal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Candados y transferencias de turno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colocación y retiro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Candado sin dueño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Retiro forzado de candado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 + C-16, búsqueda ≥ 30 min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caso, con investigación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Riesgo de reenergizar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Tierras temporales (S-20)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Aplicadas y retiradas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Registro por maniobra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Energización con tierras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restablecida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Caudal y ΔT en rango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Antes de energizar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Panel sobrecalentado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Auditorías VCC de LOTO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4 al mes por área [Supuesto]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correctiva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devolver el equipo se reenergiza en orden: agua, luego hidráulica, luego eléctrica.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Once pasos; nueve no admiten error (1/2)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MS-ACE-02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Prepara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Permiso de trabajo y lista de puntos (figura); identifica todas las energías, incluida radiación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Lista completa y firmada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 / C-12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Informa a C-04, al púlpito y a los afectados: equipo, hora y duración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Aviso en bitácora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 / C-12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Para el equipo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EAF vacío y a nivel; CC con máquina vacía, sin acero y hebra fuera; olla vacía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Entrega firmada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 /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Aísla la energía eléctrica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 AT: extrae el interruptor, abre el seccionador y aplica tierras; en BT abre el interruptor del MCC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Abierto visible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Aísla fluidos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agua; O₂, gas natural, argón y aire con doble bloqueo y venteo; brida ciega si hay ingreso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Válvulas cerradas y rotuladas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 / S-22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Bloquea y etiqueta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Candado de equipo + tarjeta en cada punto; llaves a la caja grupal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Todos los puntos con candado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Emisor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Pon tu candado personal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trabajador pone su candado en la caja grupal antes de entrar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 candado por persona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Ejecutores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Once pasos; nueve no admiten error (2/2)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MS-ACE-02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Libera energía residual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Acumuladores a 0 bar; calzas y pasadores; drena agua; purga gases; enfría a ≤ 50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bar; calzas puestas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S-22, 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energía cero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Arranque desde HMI y local sin movimiento; 0 V vivo–muerto–vivo; 0 bar; multigás; Cs-137 &lt; 2 × fondo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 en cero y anotado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S-20, ejecutor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Trabaja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se interrumpe &gt; 2 h o cambia el alcance, repite la prueba del paso 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cambio de condición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Ejecutores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ordenadamente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Herramientas y calzas fuera; cuenta al personal; cada quien quita su candado; agua, hidráulica, eléctrica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Personal completo fuera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Emisor +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algo se mueve en la prueba, nadie trabaja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MS-ACE-02 v0.2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 equipo se mueve en la prueba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Detén todo; revisa la lista de puntos; no trabajes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C-12,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Presión que no baja a 0 bar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Descarga de nuevo; si persiste, aísla aguas arriba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S-22, C-11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Tensión inducida en AT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Aplica tierras en ambos lados del trabajo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S-20, C-12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Candado de alguien que no aparece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Procedimiento de retiro forzado: localizar, verificar, registrar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Multigás en alarma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Sal; ventila; aislamiento positivo con brida ciega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Radiación &gt; 2 × fondo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Aléjate ≥ 3 m [Supuesto]; delimita; llama al ESR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ESR,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Cerrar agua de molde con acero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Prohibido. Escala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C-03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MS-ACE-02 v0.2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S-19, S-21 a S-26 (ejecutores)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 bloqueos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 Electricista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 + 16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 maniobras de AT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S-01, S-12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 entregas de 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S-02, S-03, S-06, S-07 (llave cautiva)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 accesos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C-05, C-06, C-11, C-12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 permisos con tutor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Contratistas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 (TD-P08)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bloqueos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Identifica todas las energías del equipo con la lista de puntos (figura 1 o 2)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Aísla fluidos con doble bloqueo y venteo, y brida ciega si hay ingreso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Coloca su propio candado personal y nunca usa el de otro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Descarga acumuladores y coloca calzas y pasadores antes de entrar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Hace la prueba de energía cero completa (incluido Cs-137 &lt; 2 × fondo) y la anota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Retira en orden y reenergiza agua, luego hidráulica, luego eléctrica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MS-ACE-02 v0.2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 bloqueos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MS-ACE-02 v0.2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¿Cuántos candados personales pone cada trabajador en la caja grupal?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Uno propio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Uno por cuadrilla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Ninguno si hay candado de equipo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¿Quién opera interruptores de media y alta tensión y aplica tierras?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El supervisor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S-20 Electricista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Cualquier ejecutor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la prueba de arranque el equipo se mueve. ¿Qué haces?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Trabajo con cuidado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Detengo todo y reviso los puntos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Pongo otro candado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Vas a cambiar un componente en la plataforma de bóveda. ¿Basta la llave cautiva?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Sí, siempre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No, se requiere LOTO completo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Solo si hay supervisor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¿En qué orden se reenergiza el equipo al retirar el LOTO?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Eléctrica, hidráulica, agua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Agua, hidráulica, eléctrica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Todo a la vez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del bloqueo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seguridad (pendientes: técnica, laboral, diseño instruccional).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candado, una persona, una llave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 candado en la caja grupal antes de entrar; nunca prestado.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energía cero no se toca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 V, 0 bar, calzas y pasadores puestos, anotado en el permiso.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Llave cautiva no es LOTO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acceso de rutina listado; para intervenir el equipo, LOTO completo.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de molde con acero: nunca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se cierra el agua de molde con acero líquido en la máquina.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MS-ACE-02 — Aislamiento y bloqueo (LOTO) de EAF, LF, CC y equipos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2026-09-25T19:42:31Z</dcterms:created>
  <dcterms:modified xsi:type="dcterms:W3CDTF">2026-09-25T19:42:31Z</dcterms:modified>
</cp:coreProperties>
</file>