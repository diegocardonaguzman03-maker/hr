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Cambiar la olla sin parar las 6 líneas: distribuidor a 850 mm, cierre sin escoria y olla nueva abierta en ≤ 3 min. Principio rector: Nunca dejes bajar el distribuidor de 500 mm.
PUNTOS A CERRAR: Presentar a los participantes, el objetivo y la ruta de certificación (teoría → OJT → evaluación práctica).
[POR CONFIRMAR] Tiempo de cambio ≤ 3 min, giro ≤ 60 s y argón del tubo con el OEM · Residual 2–4 t, niveles mínimos y tiempo de residencia (C-08) · Regla de palanquillas de mezcla en cambio de grado (C-09)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Argón del tubo protector y giro de la torreta: [Validar OEM]. Tiempo de residencia ≈ 8–9 min con 6 líneas a 3.0 m/min [Validar].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c) 850 mm — 850 mm da el colchón de acero para el giro; el mínimo durante el cambio es 500 mm.
2) b) 2–4 t o al ver escoria — Al vaciarse, la olla forma un remolino que jala la escoria; 2–4 t de residual la retienen.
3) a) ≤ 3 min — Objetivo 2 min, máximo 3 min: de 850 a 500 mm hay ≈ 3.8 min de reserva.
4) b) Cierro L1 y L6 — Con &lt; 450 mm se cierran L1 y L6; si sigue bajando (&lt; 350 mm), L2 y L5.
5) c) T — T = transición de colada; el rastreo asigna la colada por el tiempo de residencia.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Tiempo de cambio ≤ 3 min, giro ≤ 60 s y argón del tubo con el OEM · Residual 2–4 t, niveles mínimos y tiempo de residencia (C-08) · Regla de palanquillas de mezcla en cambio de grado (C-09)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de olla en torreta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la olla sin parar las 6 líneas: distribuidor a 850 mm, cierre sin escoria y olla nueva abierta en ≤ 3 min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cambios de olla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nueva lista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a 850 mm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con 2–4 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Giro sin nadie abajo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en ≤ 3 min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Rastreo y transición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Plataforma · S-09 Grúa de Colada · S-12 Púlpito · S-11 Muestrero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cambias la olla sin perder una línea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Preparar el colchón de acero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Subir el distribuidor a 850 mm cuando la olla en curso tenga ≈ 15 t.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sin arrastre de escoria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la olla vieja con 2–4 t de residual o al primer indicio de escoria.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Girar sin exponer a nadie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Aviso por radio y conteo: nadie bajo las ollas ni en el radio de giro de la torreta.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a tiempo y trazar la colada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nueva abierta en ≤ 3 min del cierre; distribuidor ≥ 500 mm; cambio registrado en el rastreo.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Durante el giro el distribuidor no recibe acero y sus 30 t alimentan 6 líneas a ≈ 3.4 t/min: la reserva dura pocos minutos. Debajo de 500 mm se forma vórtice y pasa escoria al molde. Además, dos coladas se mezclan ≈ 8–9 min y cada palanquilla debe quedar con su colada.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dejes bajar el distribuidor de 500 mm.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S-13 conduce el cambio; S-09 mueve las ollas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cambio de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el cambio y los cambios de grado; decide cerrar líneas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el distribuidor, cierra y abre ollas, cambia el tubo, mide 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 llena en el brazo libre y retira la vacía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Gira la torreta si se opera desde el púlpito; registra el rastreo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la muestra química de la nueva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regla de palanquillas de mezcla en cambio de grado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Coordina el programa de ollas con EAF y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nivel del distribuidor manda en el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nueva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el brazo libre ≥ 10 min antes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Subir nivel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≈ 15 t en la olla: 850 mm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vieja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Residual 2–4 t o señal de escoria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Despejar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 y conteo: nadie bajo las ollas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Girar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180° en ≤ 60 s [Validar]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nueva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 con Ar; ≤ 3 min desde el cierre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mínimo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500 mm; &lt; 450 mm cierra L1 y L6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Recuperar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700–850 mm; T a 5 min; muestra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Rastreo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de colada; palanquillas 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850 a 500 mm hay ≈ 13 t de reserva: ≈ 3.8 min a 3.4 t/min. Por eso el cambio dura ≤ 3 min.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dejes bajar el distribuidor de 500 mm.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torreta cambia la olla en un solo giro de 180°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Figura: cc2-perfil-maquina.svg.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torreta de 2 brazos (1) gira 180° con la olla llena.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olla de 150 t (2) cuela al distribuidor de 30 t (4) por el tubo protector con argón (3).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Durante el giro no entra acero: el distribuidor alimenta solo a las 6 líneas.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debajo de 500 mm el distribuidor arrastra escoria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Figura: cc2-distribuidor-6-lineas.svg.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2-distribuidor-6-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417320"/>
            <a:ext cx="484632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de operación: 700–850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500 mm es el mínimo durante el cambio de olla [Validar].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tubo protector (6) con argón entra en la zona de impacto (4).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equipos en condición antes del giro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Torreta de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Intercambia las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brazos; giro ≤ 60 s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alarmas; emergencia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colada 250/63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y retira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Doble freno y límites redundantes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diaria (MM-GR-01)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deslizante; 60–80 coladas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T, peso y válvula (MO-OLL-01)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protector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 el chorro de la oxidación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de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Repuesto precalentado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Celdas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Miden el nivel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Rastreo (nivel 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Asigna la colada a cada palanquilla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colada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Hora de apertura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Nivel, residual y tiempo definen un cambio limpio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nueva en la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min 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 a C-04; prepara cierres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olla nueva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hoja del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[Validar con C-07]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acepta o regresa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antes de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820–870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el nivel antes de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Residual al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2–4 t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→ apertura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min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de cierre de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mínimo en el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L1-L6; &lt; 350: L2-L5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 a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28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o &gt; 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Igual que en MO-CC2-04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Argón del tubo protector y giro de la torreta: [Validar OEM]. Tiempo de residencia ≈ 8–9 min con 6 líneas a 3.0 m/min [Validar].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 t suspendidas: nadie bajo la olla ni la torreta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olla ni la torreta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inspeccionada, señalero y zona ± 5 m de la proyección; conteo antes del giro (MS-ACE-04).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Perforación de olla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Coraza sin puntos rojos al llegar; si hay fuga: evacúa a ≥ 25 m, olla al pote seco, nunca agua (MS-ACE-09).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Lanceo solo certificado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olla no abre libre en 30 s, lancea solo S-13 certificado (MS-ACE-06).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humedad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Tubos protectores y herramientas precalentados y secos; EPP aluminizado seco.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Chamarra y polainas aluminizadas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de fundidor y ropa retardante a la flama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auditiva; dosímetro junto a moldes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llena en tránsito: roja ± 5 m de la ruta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Traslado de olla llena: roja en el eje de la ruta ± 5 m; amarilla ± 15 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cruza bajo el radio de giro de la torreta durante el giro.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Perforación de olla: fosa de emergencia seca y ≥ 25 m; refugio en ≤ 30 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y colada equivocada: los riesgos del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de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escoria visible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y residual por peso, cada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escoria; buza tapada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mínimo del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500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(tendencia)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Vórtice,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Asignación de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registrado por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trazabilidad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compatibles; regla de C-09 [Validar]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 de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Palanquillas fuera de química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palanquillas de la zona de mezcla se marcan T y su colada la asigna el rastreo.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la olla siguiente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Colada, grado, peso y T del LF contra el programa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Coinciden con el programa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la coloca en el brazo libre;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asentada en el brazo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olla nueva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Coraza sin puntos rojos; válvula lista; mide la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en rango; sin anomalías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el nivel y vigila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≈ 15 t en la olla sube a 850 mm; vigila peso residual y superficie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850 mm; residual 2–4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 vieja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deslizante al 0 %; confirma el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flujo ni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el manipulador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fuera; boca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y avisa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Radio: giro de torreta; conteo de 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bajo las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Gira la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180° en ≤ 60 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nueva sobre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el tubo con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precalentado; argón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olla nueva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al 100 %; si no abre libre en 30 s, lancea (S-13 certificado)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estable; total ≤ 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nivel mínimo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durante el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500 mm; &lt; 450 cierra L1 y L6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Recupera el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la apertura de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700–850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 y muestrea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a los 5 min; muestra química a los 5–10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20–35 °C; muestra enviada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en el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Hora de apertura; confirma la zona de transición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Rastreo actualizado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la lleva a la nave de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fuera del brazo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el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Residual, tiempo de cambio, nivel mínimo y temperaturas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que no llega o no abre: cerrar líneas a tiempo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nueva retrasada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el nivel lo más tarde posible; a 450 mm cierra L1 y L6; si no llega, fin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olla; marca las palanquillas; avisa a calidad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torreta no gira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Accionamiento de emergencia solo con autorización de C-06; si no, fin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olla nueva no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Lanceo (S-13 certificado); si en 3 min no abre, gira de regreso y fin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rojo o fuga en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Evacúa a ≥ 25 m; no gires sobre personas; olla al pote seco; nunca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protector roto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Cámbialo; chorro libre solo con autorización de C-06 y palanquillas marcadas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olla fuera de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decide; con &gt; 45 °C de sobrecalentamiento, cerrar líneas extremas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cambios de olla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(metal líquido)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cambios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Sube el distribuidor a 850 mm antes de cerrar la olla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la olla por residual, sin arrastre de escoria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que no hay nadie bajo las ollas antes de girar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Abre la olla nueva en ≤ 3 min del cierre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líneas extremas si el distribuidor baja de 450 mm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 cambios de olla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MO-CC2-05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nivel subes el distribuidor antes de cerrar la olla vieja?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700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850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cuánto residual se cierra la olla vieja?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 t, hasta vaciarla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2–4 t o al ver escoria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10–15 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debe durar el cambio, del cierre a la apertura?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3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8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15 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distribuidor baja a 440 mm durante el cambio.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Nada, espero la olla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Cierro L1 y L6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Cierro L3 y L4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marcan las palanquillas de la zona de mezcla?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cambio de olla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las ollas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 y conteo antes del giro; nadie en el radio de la torreta.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nunca bajo 500 mm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&lt; 450 mm cierra L1 y L6; con &lt; 350 mm, L2 y L5.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por residual, no por vaciado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2–4 t de residual o al primer indicio de escoria.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que fuga: nunca agua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Evacúa a ≥ 25 m y lleva la olla al pote seco.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MO-CC2-05 — Cambio de olla en secuencia (torreta)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2026-09-25T20:02:39Z</dcterms:created>
  <dcterms:modified xsi:type="dcterms:W3CDTF">2026-09-25T20:02:39Z</dcterms:modified>
</cp:coreProperties>
</file>