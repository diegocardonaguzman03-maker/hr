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Agregar electrodos de 610 mm con el torque del fabricante y sin holgura, para evitar roturas y caídas. Principio rector: Caras en contacto total: si la laina de 0.1 mm entra, la junta no sirve.
PUNTOS A CERRAR: Presentar a los participantes, el objetivo y la ruta de certificación (teoría → OJT → evaluación práctica).
[POR CONFIRMAR] Tabla de torque, peso del electrodo, capacidad del tapón, velocidad de bajada y posición de junta con el OEM · Apertura de mordaza con personal en la plataforma: confirmar con OEM / C-12 que el sistema de llaves lo permite · Deslizamiento, frecuencia de adición, tiempo del método A y calibración de la llave (supuestos)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Torque, velocidad y posición de junta según tabla del fabricante [Validar con OEM / Ingeniería de Proceso]. Electrodo y niple: mismo fabricante y grado.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La laina de 0.1 mm no entra — Caras en contacto total: si la laina entra en algún punto, aflojar, limpiar y re-apretar.
2) c) 100 % — Con menos del 100 % de las roscas enganchadas el electrodo puede caer.
3) b) Llave cautiva, una por persona — Método A: interruptor abierto y llave cautiva por persona. Método B o destrabe: LOTO completo.
4) b) ≥ 300 mm bajo la mordaza — Fuera de la mordaza y del delta [Validar con OEM]; en la mordaza la junta se calienta y se afloja.
5) b) Usar llave de respaldo calibrada — Nunca a estimación: poco torque afloja la junta; demasiado rompe el niple.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Tabla de torque, peso del electrodo, capacidad del tapón, velocidad de bajada y posición de junta con el OEM · Apertura de mordaza con personal en la plataforma: confirmar con OEM / C-12 que el sistema de llaves lo permite · Deslizamiento, frecuencia de adición, tiempo del método A y calibración de la llave (supuestos)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OPERACIÓN · MO-EAF-08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Empalme de electrodos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Agregar electrodos de 610 mm con el torque del fabricante y sin holgura, para evitar roturas y caídas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(S-02)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· 10 empalmes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0.1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mm: la laina no debe entrar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Bloqueo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Columna al soporte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Tapón al 100 %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Torque OEM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Laina 0.1 mm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Junta fuera de mordaza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S-02 Segundo Hornero · S-03 Tercer Hornero · S-04 Grúa de Carga · S-01 Primer Hornero · C-05 Supervisor de Hornos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MO-EAF-08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empalmas sin holgura y sin exponer a nadie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MO-EAF-08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Bloquear antes de subir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Interruptor abierto e hidráulica bloqueada; llave cautiva por persona (método A) o LOTO completo (método B).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Izar sin riesgo de caída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Tapón de izaje con el 100 % de las roscas; grúa en modo fino ≤ 50 mm/s; nadie bajo la carga.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Apretar y verificar la junta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Torque ≈ 4,500 N·m ± 10 % [Validar con OEM] con llave calibrada; la laina de 0.1 mm no entra.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Dejar la columna en posición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Junta ≥ 300 mm bajo la mordaza; al retirar bloqueos, conteo de personas = llaves devueltas.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electrodo pesa ≈ 1.4 t [Validar con OEM] y la columna conduce la corriente del arco. Una junta floja se calienta, se oxida y se rompe: la punta cae al baño y sube el C. Un tapón mal roscado deja caer el electrodo, y energizar con alguien en la plataforma es una fatalidad.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Caras en contacto total: si la laina de 0.1 mm entra, la junta no sirve.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S-02 aprieta y verifica; C-05 autoriza y revisa el LOTO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MO-EAF-08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el empalme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 Supervisor de Hornos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Dueño; autoriza el método B y trabajos con columna dañada; verifica el LOTO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 Segundo Hornero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Prepara, rosca el niple, aplica torque, verifica holgura; señalero de grúa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S-03 Tercer Hornero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Limpia caras y roscas, coloca el tapón de izaje, apoya la maniobra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S-04 Operador de Grúa de Carga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Iza y baja electrodos y columnas (120/40 t, gancho auxiliar)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Primer Hornero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Desenergiza, bloquea y libera; desliza la columna desde el púlpito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 Mecánico / S-22 Técnico Hidráulico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Atienden fallas de mordaza o de la llave de torque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bloqueo no se sube; sin laina no se cierra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MO-EAF-08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461897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Programar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Entre coladas (MO-EAF-01)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937385" y="1691640"/>
            <a:ext cx="1461897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0197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Bloquear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8310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Interruptor abierto; llave o LOTO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26130" y="1691640"/>
            <a:ext cx="1461897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49072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soporte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37185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grúa lleva la columna (método A)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714875" y="1691640"/>
            <a:ext cx="1461897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7946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Limpiar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76059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Caja y niple con aire seco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103620" y="1691640"/>
            <a:ext cx="1461897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6821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Tapón y bajar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14934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roscado; ≤ 50 mm/s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7492365" y="1691640"/>
            <a:ext cx="1461897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5695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Apretar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753808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Torque OEM ± 10 %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881110" y="1691640"/>
            <a:ext cx="1461897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4570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Laina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92683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0.1 mm no entra; si entra, repetir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10269855" y="1691640"/>
            <a:ext cx="1461897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43444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Deslizar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031557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Junta ≥ 300 mm bajo mordaza; conteo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método A en el soporte es el preferente; el B, en el horno y con arnés, solo con autorización de C-05.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Caras en contacto total: si la laina de 0.1 mm entra, la junta no sirve.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niple une dos electrodos con caras en contacto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MO-EAF-08 v0.1 (Borrador para validación) y FT-ACE-001 v0.3. Material de capacitación; no sustituye al manual. Figura: eaf-empalme-electrodo.svg.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eaf-empalme-electro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1417320"/>
            <a:ext cx="673100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A: la junta queda ≥ 300 mm bajo la mordaza [Validar con OEM].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B: caras en contacto; la laina de 0.1 mm no entra; torque ≈ 4,500 N·m ± 10 %.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C: secuencia en el soporte, de la limpieza con aire seco al registro de torque y serie.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Tres columnas de 610 mm sostenidas por mordazas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MO-EAF-08 v0.1 (Borrador para validación) y FT-ACE-001 v0.3. Material de capacitación; no sustituye al manual. Figura: eaf-corte-horno.svg.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eaf-corte-horn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1417320"/>
            <a:ext cx="673100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Tres electrodos de grafito UHP de 610 mm (7) llevan la corriente al arco.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Brazos y mordazas (8) sujetan la columna; los mástiles (9) la mueven con hidráulica.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 consumen ≈ 140 mm de columna por colada [Supuesto].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Siete equipos; tapón y llave calibrada son la clave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MO-EAF-08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Electrodo de grafito UHP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Conduce la corriente al arco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610 mm; ≈ 1.4 t [Validar con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grietas; seco; cajas limpias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Niple cónico 4TPI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Une los electrodos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Mismo fabricante y grado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Roscas sin daño ni polvo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Tapón de izaje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Iza el electrodo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Capacidad ≥ columna [Validar con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Roscas sin desgaste; inspección vigente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Soporte de adición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Sostiene la columna vertical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 mordaza de sujeción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Mordaza cierra; base limpia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Llave de torque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Aprieta la junta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Cubre el torque OEM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Calibración ≤ 12 meses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Laina de 0.1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holgura entre caras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Íntegra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Grúa de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Maniobra electrodos y columnas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120/40 t; gancho auxiliar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Inspección previa al uso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Torque y holgura deciden si la junta aguanta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MO-EAF-08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Rango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Torque de apriete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≈ 4,500 N·m [Validar con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10 %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90 % o &gt; 110 %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Re-apretar; no exceder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Holgura entre caras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0.1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 laina de 0.1 mm entra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Aflojar, limpiar, re-apretar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Velocidad de bajada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50 mm/s [Validar con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Golpe entre electrodos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Detener; revisar roscas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Posición de la junta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300 mm [Validar con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Bajo la mordaza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 mordaza o en el delta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Deslizar a posición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Deslizamiento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≈ 140 mm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120–170 mm/colada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200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Revisar roturas y oxidación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Consumo de electrodo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1.4 kg/t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1.3–1.6 kg/t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1.7 kg/t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Analizar con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Adición por columna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≈ 18–20 coladas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12 coladas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Investigar el consumo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Tiempo (método A)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10 min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Registrar la demora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Torque, velocidad y posición de junta según tabla del fabricante [Validar con OEM / Ingeniería de Proceso]. Electrodo y niple: mismo fabricante y grado.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Energía, carga suspendida y altura: cero tolerancia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MO-EAF-08 v0.1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Bloqueo antes de subir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Interruptor abierto; brazos y bóveda bloqueados. Método A: llave cautiva por persona. Método B o destrabe: LOTO completo.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Nadie bajo la carga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Tapón roscado al 100 %; grúa en modo fino; señalero; nadie bajo la trayectoria ni junto al soporte (MS-ACE-04).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Altura en el método B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Arnés con doble cola 100 % conectado, línea de vida y permiso de trabajo en altura (NOM-009, MS-ACE-10).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Mordaza con personas arriba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Único movimiento permitido: abrir la mordaza con la columna sujeta por la grúa [Validar con OEM / C-12].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 con barbiquejo y lentes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Careta si la columna está caliente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Guantes de carnaza o aluminizados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ignífuga y botas metatarsales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Arnés con doble cola en el método B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 y detector multigás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Puntos de bloqueo antes de subir a la plataforma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MO-EAF-08 v0.1 (Borrador para validación) y FT-ACE-001 v0.3. Material de capacitación; no sustituye al manual. Figura: ms-loto-puntos-eaf.svg.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pic>
        <p:nvPicPr>
          <p:cNvPr id="7" name="Image 1" descr="/home/user/HR/10-plantas/01-steelmaking/img/png/ms-loto-puntos-ea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47" y="1417320"/>
            <a:ext cx="591014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interruptor de AT se abre y se bloquea: sin energía en los electrodos.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unidad hidráulica de brazos y bóveda se bloquea antes de acercarse.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Caja grupal: un candado personal y tarjeta por trabajador.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junta floja termina en rotura y C fuera de rango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MO-EAF-08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Torque y holgura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Torque OEM ± 10 %; laina no entra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empalme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Junta floja: rotura, punta al baño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Trazabilidad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Serie de electrodo y niple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adición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reclamo posible al proveedor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Consumo de electrodo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1.3–1.6 kg/t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2, por turno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Costo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 por rotura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 punta rota en el baño sube el C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Muestra después de la rotura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 fuera de rango en bajo carbono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Registrar serie, torque y laina en cada empalme es lo que permite reclamar al proveedor.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Catorce pasos; ocho no admiten error (1/2)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MO-EAF-08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Prepara el electrodo nuevo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 el soporte: revisa grietas y roscas; limpia la caja con aire seco sin aceite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daño ni polvo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Rosca el niple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 mano, en la caja superior del electrodo nuevo, hasta el tope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Niple asentado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Desenergiza y bloquea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Arco apagado, interruptor abierto, hidráulica bloqueada; A: llave cautiva por persona; B: LOTO completo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Una llave o candado por persona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/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la columna (A)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 grúa toma la columna con el tapón; S-01 abre la mordaza; la columna va al soporte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Columna sujeta en el soporte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S-04 / 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Limpia la columna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Caja superior de la columna con aire seco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Rosca limpia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Coloca el tapón de izaje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Rosca el tapón al electrodo nuevo con el 100 % de las roscas enganchadas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Tapón a fondo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 y rosca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Grúa en modo fino ≤ 50 mm/s; alinea el niple con la caja de la columna; rosca sin forzar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Roscado sin golpe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S-04 / 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Catorce pasos; ocho no admiten error (2/2)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MO-EAF-08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Aprieta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Aplica el torque OEM con la llave calibrada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Torque ± 10 %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la holgura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Pasa la laina de 0.1 mm alrededor de toda la junta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entra en ningún punto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 y registra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Pinta la marca de deslizamiento; registra serie de electrodo y niple, torque y hora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 completo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Regresa la columna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 grúa lleva la columna a la mordaza; S-01 cierra la mordaza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Columna sujeta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S-04 / 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Desliza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Junta ≥ 300 mm bajo la mordaza; punta a la altura de trabajo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Junta fuera de mordaza y delta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bloqueos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 bajan; personas = llaves devueltas; cada quien retira su propio candado o llave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Plataforma vacía; tablero completo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 /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Método B (alterno)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Pasos 1–3, 6–10 y 12–13 con LOTO completo, arnés 100 % conectado y permiso de altura (MS-ACE-10)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Mismos criterios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 / S-03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Junta floja o tapón dudoso: no se iza ni se energiza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MO-EAF-08 v0.1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Rotura de electrodo en operación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Abrir interruptor; la punta en el baño se funde (vigilar C); retirar la columna (método A)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Junta al rojo, chispas o arco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Abrir interruptor; re-apretar en frío o cambiar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Laina entra tras re-apretar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Cambiar niple o electrodo; registrar el lote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proveedor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Tapón de izaje no rosca completo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izar; cambiar tapón o electrodo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Arco en la mordaza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Detener; mantenimiento con LOTO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S-19, S-22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Columna muy corta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energizar esa fase; adición inmediata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Electrodo con grieta visible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usar; separar; reclamo al proveedor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Falla de la llave de torque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apretar a estimación; usar llave de respaldo calibrada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MO-EAF-08 v0.1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 Segundo Hornero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30 h / 10 empalmes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meses; altura 12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S-03 Tercer Hornero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 h / 10 empalmes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meses; altura 12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S-04 Grúa de Carga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NOM-006 + grúa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 maniobras de electrodo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 Supervisor de Hornos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 (evaluador)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 + evaluador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Aplica llave cautiva (A) o LOTO completo (B) según MS-ACE-02 §6.4 y verifica cero energía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Rosca el tapón de izaje al 100 % y mantiene a todos fuera de la trayectoria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Aprieta al torque OEM con llave calibrada y verifica con la laina de 0.1 mm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Deja la junta fuera de la zona de la mordaza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Retira bloqueos con personas = llaves devueltas; en método B trabaja 100 % conectado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MO-EAF-08 v0.1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 h / 10 empalmes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meses; altura 12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MO-EAF-08 v0.1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¿Cómo verificas que la junta quedó bien apretada?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Golpeando la junta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La laina de 0.1 mm no entra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Por el ruido de la llave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¿Cuánto del tapón de izaje debe quedar roscado?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50 %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75 %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100 %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necesitas para subir en el método A de rutina?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Solo avisar a S-01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Llave cautiva, una por persona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Permiso de trabajo en altura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¿Dónde debe quedar la junta al deslizar la columna?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Dentro de la mordaza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≥ 300 mm bajo la mordaza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A la altura del delta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Falla la llave de torque. ¿Qué haces?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Apretar a estimación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Usar llave de respaldo calibrada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Dejar la junta apretada a mano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del empalme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 (pendientes: seguridad, laboral, diseño instruccional).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bloqueo nadie sube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Interruptor abierto; llave cautiva por persona o LOTO completo.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Tapón al 100 % o no se iza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 nadie bajo la trayectoria de la grúa.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la laina entra, la junta no sirve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Aflojar, limpiar y re-apretar; si persiste, cambiar niple o electrodo.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Personas = llaves antes de energizar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Conteo completo al retirar los bloqueos.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MO-EAF-08 — Adición y empalme de electrodos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2026-09-25T19:42:31Z</dcterms:created>
  <dcterms:modified xsi:type="dcterms:W3CDTF">2026-09-25T19:42:31Z</dcterms:modified>
</cp:coreProperties>
</file>