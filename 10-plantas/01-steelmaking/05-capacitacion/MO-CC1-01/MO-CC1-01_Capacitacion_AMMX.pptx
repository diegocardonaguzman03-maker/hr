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Entregar un distribuidor de 45 t seco, bien armado y precalentado, con tapón y SEN alineados y probados. Principio rector: Si hay vapor, humedad o una pieza fuera de tolerancia, el distribuidor no se libera.
PUNTOS A CERRAR: Presentar a los participantes, el objetivo y la ruta de certificación (teoría → OJT → evaluación práctica).
[POR CONFIRMAR] Curva de curado y precalentamiento, espesor del revestimiento y casco &lt; 100 °C con C-15 · Prueba de asiento, presión de gas y centrado de la SEN ± 5 mm con el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Curva de precalentamiento y curado: [Validar con C-15 / proveedor]. Prueba de asiento y presión de gas: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1,100 ± 50 °C — Objetivo 1,100 °C, rango 1,050–1,150 °C; &lt; 1,000 °C seguir calentando y &gt; 1,200 °C daña el refractario.
2) b) No liberar y repetir la etapa 1 — Vapor es humedad: con acero líquido es explosión. Se regresa al quemador y se repite la etapa 1.
3) a) 10 min — Objetivo ≤ 5 min, límite 10 min; si se pasa, regresar al quemador o recalentar la SEN.
4) a) ± 1 mm — ± 1 mm con plantilla; si es mayor, reajustar el mecanismo antes de la prueba de asiento.
5) b) Con aspiradora o aire — Nunca con agua: cualquier humedad que quede puede provocar una explosión de vapor al colar.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Curva de curado y precalentamiento, espesor del revestimiento y casco &lt; 100 °C con C-15 · Prueba de asiento, presión de gas y centrado de la SEN ± 5 mm con el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Preparación distribuidor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 un distribuidor de 45 t seco, bien armado y precalentado, con tapón y SEN alineados y probados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(S-15)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10 distribuidores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Revestimiento OK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Armado y curado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y SEN probados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 seco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 por curva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 a S-13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S-15 Preparador de Distribuidores · S-13 Operador de Plataforma de Colada · Grúa de CC 50 t (hoy S-15)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entregas un distribuidor seco y probado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Armar el revestimiento de trabajo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 seca de MgO de 40–60 mm, medida en 8 puntos, curada según la curva del proveedor, sin zonas blandas.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y probar tapón y SEN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centrado ± 1 mm y sin paso de luz; SEN vertical ± 1 mm con puertos a caras angostas ± 2°; argón 3–8 NL/min.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 por curva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caliente 1,100 ± 50 °C y SEN ≥ 1,000 °C; ≤ 10 min sin quemador antes de abrir la olla.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Aplicar permisos, LOTO e izaje seguro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Permiso de espacio confinado con gases medidos, LOTO, izaje con grúa de 50 t y quemadores encendidos con purga.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distribuidor recibe 45 t de acero líquido. Si tiene humedad, explota al primer contacto con el metal. Si la presa, el tapón o la SEN quedan mal armados, el acero sale sucio, la SEN se tapa y la secuencia se corta antes de tiempo.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vapor, humedad o una pieza fuera de tolerancia, el distribuidor no se libera.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S-15 arma y calienta; C-06 firma listo para colar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el distribuidor como listo para colar; firma la lista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Preparador de Distribuidores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Arma revestimiento, pad, presas, tapón y SEN; precalienta; registra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Recibe; verifica centrado, SEN y temperatura antes de colar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Operador de grúa de CC (50 t)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el distribuidor vacío (propuesta S-27; hoy lo cubre S-15)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revestimiento permanente; reparaciones menores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materiales, curvas de secado y criterios de rechazo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presas, dique, tipo de SEN y de tapón por grado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controles de espacio confinado y de izaje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arranque seguro se gana en la preparación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y permanente: desprendimiento ≤ 30 mm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Revestimiento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MgO 40–60 mm, vibrado y curado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Pad, presa, dique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 ± 50 mm; presa y dique ± 20 mm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y SEN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Centrado ± 1 mm; puertos ± 2°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asiento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paso de luz; argón 3–8 NL/min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 seco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Mortero, sellos, pad y SEN sin humedad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1,100 ± 50 °C; SEN ≥ 1,000 °C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y llevar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de C-06; ≤ 10 min sin quemador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prueba que falla regresa al paso anterior: ningún distribuidor avanza con una duda abierta.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vapor, humedad o una pieza fuera de tolerancia, el distribuidor no se libera.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Presa, dique y tapón deciden la limpieza del acero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Figura: cc1-distribuidor.svg.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distribui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23" y="1417320"/>
            <a:ext cx="6638795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pad absorbe el chorro del tubo protector; la presa y el dique suben el flujo a la superficie para flotar inclusiones.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tapón asienta en la buza interior y regula el paso de acero a la SEN.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niveles de operación (900–1,100 mm) dependen de una buena preparación del recipiente.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distribuidor no sale sin tapón y SEN en tolerancia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Revestimiento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en contacto con 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 40–60 mm [Validar con C-15]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uniforme, sin huecos,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Pad, presa y dique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Calman y limpian el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Configuración por grado (C-08)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Pad ± 50 mm; presa y dique ± 20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 el flujo; inyecta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Alúmina-grafito con canal de 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Centrada ± 1 mm; canal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(buza sumergida)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el acero bajo el menisco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Puertos laterales; manga de ZrO₂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Vertical ± 1 mm; puertos ± 2°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Estación de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Calienta distribuidor, tapón y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Quemadores gas natural–aire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flama y corte probados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de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a posición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Elevación, centrado X–Y, celdas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Frenos, límites y pesaje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(50 t)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Mueve el distribuidor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distribuidor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Inspección pre-uso (MS-ACE-04)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Humedad, alineación y temperatura definen la liberación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revestimiento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40–60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35 mm en un punto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Rehacer la zona; avisar a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del revestimiento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 (curado completo)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Curva del proveedor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Vapor o curado incompleto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liberar; repetir curado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Centrado tapón /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Reajustar el mecanismo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SEN: verticalidad / puertos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 / 0°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 mm / ± 2°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 mm o &gt; 2°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Reinstalar la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caliente al terminar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1,100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1,050–1,150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o &gt; 1,200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Seguir calentando / bajar fuego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al salir del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1,050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arrancar; precalentar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3.0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2.5–4.0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2.5 h o &gt; 6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Continuar / consultar a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sin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Regresar al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Curva de precalentamiento y curado: [Validar con C-15 / proveedor]. Prueba de asiento y presión de gas: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Humedad, carga suspendida y confinado: sin atajos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Cero humedad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Curado y precalentamiento completos por curva; ningún material mojado o a la intemperie. Si hay vapor, no se libera.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Espacio confinado con permiso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de quemadores y carro; O₂ 19.5–23.5 %, LEL &lt; 10 %, CO &lt; 25 ppm, ≤ 45 °C; vigía y rescate (MS-ACE-05).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Carga suspendida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vacío de 30–40 t solo con grúa de 50 t; nadie bajo la carga ni a ± 5 m de su proyección.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Quemadores de gas natural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 y prueba de flama antes de encender. 10 % LEL: sal y corta gas; 20 % LEL: evacuar el sector.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barboquejo, lentes y ropa FR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con metatarsal y guantes de carnaza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Aluminizado y careta IR junto al distribuidor caliente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para MgO y fibra cerámica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si hay ≥ 85 dB(A)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de Acería: protege contra calor y proyección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ropa FR o de algodón es la base; el sintético está prohibido.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Junto al distribuidor caliente se agregan aluminizado y careta con filtro IR.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respirador P100 es obligatorio al manejar masa seca y fibra.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distribuidor mal armado da inclusiones y clogging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del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restos sueltos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exógenas, SEN tapada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 presa y dique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Plano de C-08 ± 20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Cinta, cada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por corto circuito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de la SEN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 mm; ± 2°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Plantilla, cada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Flujo asimétrico, grietas longitudinales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de SEN al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1,000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Pirómetro, cada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Congelamiento o taponamiento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Canal de argón del tapón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Flujo libre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Rotámetro, cada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Clogging por Al₂O₃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SEN desalineada o fría no se corrige en colada: se paga en grietas, inclusiones y SEN tapada.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seis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 inspecciona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Casco &lt; 100 °C [Validar con C-15]; orejas y casco sin grietas; permanente con desprendimiento ≤ 30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 pasantes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/ 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el interior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restos de casco, escoria y polvo con aspiradora o aire; nunca con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Limpio y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 solo con permiso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LOTO de quemadores y carro; mide O₂ → LEL → CO y temperatura ≤ 45 °C; vigía y rescate listos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firmado con lecturas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el pad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Centrado bajo la posición del tubo protector ±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Asentado sin holgura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Arma el revestimiento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el former, vacía y vibra la masa seca de MgO; espesor 40–60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40 mm en 8 puntos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Cura el revestimiento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Calienta el former según la curva del proveedor (típico ≈ 250 °C) y retíralo [Validar con C-15]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zonas blandas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Instala presa y dique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el plano del grado (C-08); sella las ranuras con mortero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± 20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seis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Instala buza y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Asienta la buza con mortero; monta el tapón en el mecanismo; conecta el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Centrado ±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asiento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 y aplica prueba de luz o de aire [Validar con OEM / Ingeniería de Proceso]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paso de luz ni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argón a presión nominal y confirma el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3–8 NL/min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Instala la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Verticalidad ± 1 mm; puertos hacia caras angostas ± 2°; registra el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tolerancia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que todo esté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mortero, sellos, pad y SEN; nada mojado ni almacenado a la intemperie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firmado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a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Izaje con grúa de 50 t;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Colocado y asegurado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/ 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Enciende los quemadores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Purga, prueba del detector de flama y encendido según la secuencia de la estación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Flama estable,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seis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Precalienta y 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Curva etapas 1–4; registra T cada 30 min; vapor = 0; C-06 firma listo para colar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1,100 ± 50 °C; SEN ≥ 1,000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Traslada, centra y entrega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min sin fuego antes de abrir la olla; SEN centrada ± 5 mm [Validar con OEM];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vapor, el distribuidor no se libera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Vapor o humedad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liberar; regresar al quemador; repetir etapa 1 de la curva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flama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automático; purga antes de reencender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Olor a gas o detector en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válvula o ESD; ≥ 10 % LEL sal; ≥ 20 % LEL evacuar; sin flama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C-16,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caliente no sube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relación aire–gas; revisa el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&gt; 1,200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el fuego; registra; C-15 evalúa el daño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 en SEN o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la pieza y repite su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la prueba de asiento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Recentrar; si persiste, cambiar tapón o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retrasada &gt; 6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Mantén 1,050–1,100 °C; C-15 decide si se usa o se rearma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Preparador de Distribuidores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10 distribuidores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confinado e izaje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recepciones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(hoy S-15)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Curso NOM-006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MS-ACE-04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Mide gases y temperatura y aplica LOTO antes de entrar al distribuidor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y aplica la curva de curado; reconoce señales de humedad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Ejecuta la prueba de asiento del tapón e interpreta el resultado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que todos los materiales estén secos y lo registra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 señales correctas al izaje y se mantiene fuera de la zona bajo la carga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Enciende quemadores con purga y prueba de flama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10 distribuidores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confinado e izaje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MO-CC1-01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temperatura de cara caliente se busca al terminar el precalentamiento?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800 ± 50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1,100 ± 50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1,300 ± 50 °C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Ves vapor en el distribuidor al 90 % de la curva.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Liberarlo si ya pasó 3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liberar y repetir la etapa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Subir el fuego al máximo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máximo puede estar el distribuidor sin quemador antes de abrir la olla?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60 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tolerancia tiene el centrado del tapón sobre la buza interior?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 1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 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 20 mm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se limpia el interior del distribuidor?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Con agua a presión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Con aspiradora o 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 vapor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distribuidor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vapor no se libera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 + acero líquido = explosión (MS-ACE-03).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permiso no se entra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 confinado: LOTO, gases medidos, vigía y rescate listos.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distribuidor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Izaje solo con grúa de 50 t; ± 5 m de la proyección libre.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purga no se enciende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 y prueba de flama antes de cada encendido de quemadores.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MO-CC1-01 — Preparación y precalentamiento del distribuidor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2026-09-25T20:02:37Z</dcterms:created>
  <dcterms:modified xsi:type="dcterms:W3CDTF">2026-09-25T20:02:37Z</dcterms:modified>
</cp:coreProperties>
</file>