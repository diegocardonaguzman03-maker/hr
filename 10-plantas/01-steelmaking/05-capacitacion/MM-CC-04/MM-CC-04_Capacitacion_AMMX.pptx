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Oscilación, nivel y tapón exactos, y trabajo junto a la fuente de Cs-137 solo con obturador cerrado por el ESR. Principio rector: Si el radiámetro marca ≥ 2 × fondo con el obturador cerrado, nadie trabaja.
PUNTOS A CERRAR: Presentar a los participantes, el objetivo y la ruta de certificación (teoría → OJT → evaluación práctica).
[POR CONFIRMAR] Límites de dosis, periodicidad de pruebas de fuga y actividad de la fuente (licencia CNSNS / ESR) · Oscilación hidráulica en CC2 (supuesto) y tipo de aceite de la HPU · Frecuencia de cambio de servoválvulas (2–3 años)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Oscilación hidráulica en CC2 [Supuesto]. Límites de dosis, pruebas de fuga y actividad de la fuente: según licencia CNSNS y el ESR [Validar].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Solo el ESR (C-16) — Solo el ESR con licencia CNSNS opera el obturador, pone su candado y mide la tasa de dosis.
2) b) No trabajar; alejarse ≥ 3 m — ≥ 2 × fondo es alto: alejarse, delimitar y el ESR aplica el plan de emergencia (MS-ACE-07).
3) a) 0.15 mm — Objetivo ≤ 0.10 mm, tolerancia ≤ 0.15 mm; arriba de 0.20 mm se cambian resortes o guías.
4) b) Solo el hidráulico necesario — Solo el LOTO hidráulico necesario para oscilar, con el personal fuera de la mesa.
5) b) 3–8 NL/min — 3–8 NL/min estable: poco tapa la SEN (clogging); mucho deja pinholes.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Límites de dosis, periodicidad de pruebas de fuga y actividad de la fuente (licencia CNSNS / ESR) · Oscilación hidráulica en CC2 (supuesto) y tipo de aceite de la HPU · Frecuencia de cambio de servoválvulas (2–3 años)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MM-CC-04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Oscilación, nivel y Cs-137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Oscilación, nivel y tapón exactos, y trabajo junto a la fuente de Cs-137 solo con obturador cerrado por el ESR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(S-21) + curso POE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calibraciones con ESR (OJT)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radiológica (POE)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sin acero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cierra y mide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energía cero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Análisis de oscilación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Calibrar nivel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Liberación con ESR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S-21 Instrumentista (POE) · S-22 Técnico Hidráulico · S-19 Mecánico · C-16 (ESR) · personal de CC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calibras sin exponerte a radiación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Trabajar con la fuente cerrada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ESR cierra el obturador, pone su candado y mide &lt; 2 × fondo en el punto de trabajo y a 1 m del detector.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hidráulica, argón y tapón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 con acumuladores a 0 bar, argón cerrado, perno del tapón y tableros bloqueados; prueba de energía cero.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la oscilación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Acelerómetros triaxiales a 3 frecuencias: ±1 cpm, carrera ±0.1 mm y juego lateral ≤ 0.15 mm.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Calibrar nivel y tapón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Radiométrico CC2 ±2 % en 2 puntos; corrientes parásitas CC1 ±1 mm; juego del tapón ≤ 0.5 mm.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oscilación evita que la cáscara se pegue; el nivel estable evita atrapar escoria; el tapón regula el flujo. Si fallan: marcas profundas, grietas, pinholes o breakout. En CC2 cada molde tiene una fuente sellada de Cs-137: tiempo, distancia y blindaje, y solo el ESR la opera.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radiámetro marca ≥ 2 × fondo con el obturador cerrado, nadie trabaja.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opera el obturador de la fuente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oscilación, nivel y fuente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 Supervisor Eléctrico e Instrumentación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OT y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Técnico Hidráulico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HPU, servoválvulas, cilindros, acumuladores y aceite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Transductores, sensor de nivel, detector y análisis de oscilación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como ESR (licencia CNSNS)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Único que opera el obturador, bloquea, mide dosis y hace pruebas de fuga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 / A (radiación)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POE (S-21 designados)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Trabajo en el detector con dosímetro personal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Resortes y guías de oscilación; mecanismo de barra tapón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Parámetros de oscilación y de control de nivel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la línea sin acero;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CC2, primero la fuente cerrada; después el LOTO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OT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sin acero; autorización de C-06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Fuente cerrada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cierra, candado, &lt; 2 × fondo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Hidráulica, eléctrica, argón y tapón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 cero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oscila ni mueve; 0 bar; 0 V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Mantener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Mesa, resortes, detector, tapón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Oscilar y medir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E-H retirado; 3 frecuencias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abre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Personal fuera de la zona controlada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Calibrar nivel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puntos, ±2 %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C-12, ESR y C-06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candado del ESR es el primero en ponerse y el último en quitarse.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radiámetro marca ≥ 2 × fondo con el obturador cerrado, nadie trabaja.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sensor de nivel manda la barra tapón en CC1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Figura: cc1-molde-nivel.svg.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molde-ni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CC1: el sensor de corrientes parásitas mide el nivel (±3 mm normal, ±8 mm alarma).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controlador abre o cierra la barra tapón para sostener el nivel con velocidad constante.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Oscilación hidráulica no senoidal: 120–200 cpm y carrera 4–8 mm.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CC2 la fuente de Cs-137 mide el nivel del tubo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Figura: cc2-molde-tubo.svg.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2-molde-tub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fuente sellada con obturador emite a través del molde; el detector de centelleo mide nivel ±5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zona alrededor es controlada y señalizada con el trébol de radiación.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Antes de intervenir: obturador cerrado con candado, medición con el ESR y dosímetro personal.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Estos equipos controlan la interfaz acero–molde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HPU de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para oscilar, tapón, 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ISO VG 46 o HFC [Validar]; 3 µm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ISO 4406 ≤ 15/13/10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Servoválvulas y cilindros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Perfil y carrera de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4–8 (CC1) / 6–10 mm (CC2)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Seguimiento ≤ 2 %; carrera ±0.1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Resortes de lámina y guías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Guiar la mesa sin juego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Juego lateral ≤ 0.15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Sensor de corrientes parásitas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CC1 ±3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Linealidad ±1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tapón y argón (CC1)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Regular flujo; 3–8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Servo hidráulico o eléctrico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Juego ≤ 0.5 mm; sin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Portafuente Cs-137 (CC2)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Emitir a través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Fuente sellada, licencia CNSNS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Obturador, señalización,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y radiámetro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±5 mm; verificar dosis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Centelleo; radiámetro 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Cuentas estables; certificado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Juego lateral &gt; 0.20 mm o dosis ≥ 2 × fondo: alto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 de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Ajuste del modelo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±1 cpm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±3 cpm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real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Juego lateral de la mesa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0.20 mm: resortes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de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15/13/10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16/14/11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17/15/12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Linealidad nivel CC1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Juego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radiométrica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puntos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tubo;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Dosis, obturador cerrado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Fondo 0.1–0.3 µSv/h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 × fondo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× fondo: alto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intervención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Oscilación hidráulica en CC2 [Supuesto]. Límites de dosis, pruebas de fuga y actividad de la fuente: según licencia CNSNS y el ESR [Validar].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Radiación, hidráulica y argón: tres energías ocultas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Fuente cerrada por el ESR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(C-16) opera el obturador y pone su candado; radiámetro &lt; 2 × fondo antes de trabajar (MS-ACE-07).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de hidráulica, argón y tapón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 con acumuladores a 0 bar, tableros de servos y detector, argón cerrado, perno del tapón y carro de distribuidor bloqueado.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Prueba de energía cero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Intento de oscilar y de mover el tapón desde HMI rechazado; 0 bar; detector de tensión; radiámetro en el punto de trabajo.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Argón y metal cercano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 19.5–23.5 % en zonas bajas (MS-ACE-06); distribuidor retirado y EPP térmico entre secuencias.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ropa FR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de nitrilo para aceite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Dosímetro personal (POE y zona controlada)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Radiámetro con el ESR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 de oscilación a 0 bar y obturador del ESR cerrado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 de oscilación y barra tapón: bomba bloqueada, acumuladores a 0 bar y cilindro apoyado.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Cs-137: obturador cerrado y candado del ESR; solo el ESR o personal POE autorizado lo opera.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Medición a 1 m y en el punto de trabajo: &lt; 2 × fondo (fondo ≈ 0.1–0.3 µSv/h).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Oscilación y nivel se leen en las marcas del producto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y frecuencia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Ajuste ±0.1 mm / ±1 cpm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Analizador, mensual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Marcas profundas, pegado, breakout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Juego lateral de la mesa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0.15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Analizador, mensual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longitudinales, depresiones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Estabilidad de nivel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CC1 ±3 mm; CC2 ±5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(HMI)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atrapada, sliver, pinholes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Respuesta del tapón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Juego ≤ 0.5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oscilante, turbulencia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al tapón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3–8 NL/min estable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Clogging de SEN o pinholes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Poco argón tapa la buza; mucho argón deja pinholes y atrapa escoria.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nueve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OT; línea sin acero; distribuidor retirado o línea tapada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fuente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cierra el obturador y coloca su candado y tarjeta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del ESR 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tasa de dosis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mide en el punto de trabajo y a 1 m del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 × fondo en permiso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HPU, tableros (si se interviene el detector), argón y perno mecánico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Intento de oscilar y de mover; 0 bar; 0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energía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mesa y resortes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con lámpara; grietas en láminas; pernos marcados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grietas; torque OK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Mantén el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Limpieza, conexiones y enfriamiento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(POE)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nueve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 hidráulico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el necesario para oscilar; personal fuera de la mesa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en la mesa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 la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Acelerómetros triaxiales en el molde; oscila a 3 frecuencias del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±1 cpm; ±0.1 mm; ≤ 0.15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abre la fuente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 fuera de la zona controlada (salvo POE con dosímetro); el ESR retira candado y abre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Abierto; cuentas estables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 el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de 2 puntos según el sistema (vacío / referencia OEM)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con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 restante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 inverso; cada quien retira su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retirados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firmado por Mantenimiento, ESR (si aplica) y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 C-12, ESR y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dudoso: alejarse ≥ 3 m y llamar al ESR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de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Operación reduce velocidad o termina la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oscilante (hunting)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juego del tapón y argón; C-08 revisa el lazo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radiométrica errática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manual por operación; revisar con 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Indicador de obturador no coincide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Alejarse ≥ 3 m y delimitar; el ESR mide y bloquea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Portafuente con metal o fuego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 la zona; el ESR activa el plan radiológico y avisa a CNSNS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 en resorte de lámina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Programar cambio; revisar juego lateral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Aceite &gt;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enfriador y válvula de alivio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U y curso POE vigente antes de calibrar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 (POE)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POE (NOM-012)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calibraciones con ESR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POE y NOM-029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Técnico Hidráulico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como ESR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Acreditación CNSNS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Licencia; interna 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radiológica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intervenciones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radiológica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 de CC no POE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Concientización (2 h)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línea sin acero y autorización de C-06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que solo el ESR operó el obturador, con su candado, y midió &lt; 2 × fondo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LOTO con candado personal; acumuladores a 0 bar y perno del tapón puesto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energía cero: no oscila ni mueve, 0 bar y 0 V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solo el LOTO hidráulico necesario con personal fuera de la mesa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el LOTO restante en orden y libera con firma de C-12, ESR y C-06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 + POE (NOM-012)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calibraciones con ESR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POE y NOM-029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MM-CC-04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puede abrir o cerrar el obturador de la fuente de Cs-137?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Cualquier S-21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Solo el ESR (C-16)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operador de púlpito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el obturador cerrado, el radiámetro marca 3 × fondo. ¿Qué haces?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Trabajar rápido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trabajar; alejarse ≥ 3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Poner otro candado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juego lateral máximo aceptado de la mesa de oscilación?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0.15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0.5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1.0 mm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LOTO se retira para hacer el análisis de oscilación?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Todos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Solo el hidráulico necesario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Ninguno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caudal de argón lleva la barra tapón en CC1?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1–2 NL/min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3–8 NL/min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20–30 NL/min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oscilación, nivel y fuente no negociables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toca el obturador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 candado es el primero en ponerse y el último en quitarse.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Dosis ≥ 2 × fondo: nadie trabaja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Alejarse ≥ 3 m, delimitar y avisar al ESR.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toca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 a 0 bar, argón cerrado, perno del tapón y tableros bloqueados.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la mesa al oscilar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retira solo el LOTO hidráulico necesario, con conteo.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MM-CC-04 — Sistemas hidráulicos de oscilación, control de nivel y barra tapón (incluye la fuente de Cs-137 de CC2)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2026-09-25T20:02:36Z</dcterms:created>
  <dcterms:modified xsi:type="dcterms:W3CDTF">2026-09-25T20:02:36Z</dcterms:modified>
</cp:coreProperties>
</file>