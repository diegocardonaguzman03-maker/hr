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Entregar un distribuidor seco, a 1,100 ± 50 °C, con 6 buzas del diámetro de la orden y centrado a ± 3 mm. Principio rector: Sin tarjeta de secado, sin buza calibrada o sin centrado, no se cuela.
PUNTOS A CERRAR: Presentar a los participantes, el objetivo y la ruta de certificación (teoría → OJT → evaluación práctica).
[POR CONFIRMAR] Diámetros de buza, empuje del cambio rápido y temperatura de buzas con el OEM · Espesor del revestimiento, tiempos de precalentamiento y tiempo sin fuego (C-15 / C-08) · Código de rol del operador de grúa de CC (propuesta S-27 en CAT-ACE-001)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Ø 22 mm ≈ 0.57 t/min ≈ 3.0 m/min con h = 0.8 m; 130 × 130 mm: Ø 15–17 mm (FT-ACE-001 v0.3 §5) [Validar con OEM].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22 mm — Rango 20–24 mm, nominal 22 mm (≈ 3.0 m/min con 0.8 m de nivel); el Ø lo fija C-08 en la orden.
2) a) No lo uso y aviso a C-15 — Un revestimiento húmedo puede explotar al recibir el acero: el distribuidor se devuelve al taller.
3) b) 1,000 °C — Objetivo 1,100 ± 50 °C; con &lt; 1,000 °C no se cuela: se retrasa la apertura y se avisa a C-06.
4) c) L1 y L6 — Los extremos reciben el acero más frío, lejos de la zona de impacto.
5) a) ± 3 mm — Un chorro desviado adelgaza la piel de un lado: romboidad y riesgo de breakout.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Diámetros de buza, empuje del cambio rápido y temperatura de buzas con el OEM · Espesor del revestimiento, tiempos de precalentamiento y tiempo sin fuego (C-15 / C-08) · Código de rol del operador de grúa de CC (propuesta S-27 en CAT-ACE-001)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y buzas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Entregar un distribuidor seco, a 1,100 ± 50 °C, con 6 buzas del diámetro de la orden y centrado a ± 3 mm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(S-15)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10 preparaciones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Tarjeta de secado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Buzas calibradas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ciegas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 1,100 °C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Centrar ± 3 mm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Liberación C-06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S-15 Preparador de Distribuidores · S-13 Plataforma · S-12 Púlpito · Grúa de CC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entregas un distribuidor seco y a punto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Rechazar un distribuidor húmedo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Usar solo distribuidores con curva de secado completa y firmada; revestimiento de 25–40 mm sin grietas &gt; 3 mm.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Instalar la buza correcta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Diámetro de la orden (160 × 160 mm: Ø 20–24 mm, nominal 22) confirmado en papel, HMI y calibrador ± 0.2 mm.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 sin riesgo de gas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Purga, prueba de flama y detector; cara caliente 1,100 ± 50 °C, ≥ 2 h a temperatura y ≤ 6 h total.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Centrar y entregar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Chorro a ± 3 mm del centro del molde; ≤ 5 min sin fuego antes de abrir la olla.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la CC2 el acero cae en chorro abierto y el diámetro de la buza fija el caudal. Una buza equivocada, fría o mal asentada echa a perder la línea desde el arranque. Un revestimiento, mortero o buza con humedad puede causar una explosión al recibir el acero.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tarjeta de secado, sin buza calibrada o sin centrado, no se cuela.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S-15 prepara, S-13 centra y C-06 libera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el distribuidor para colada; autoriza desviaciones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Preparador de Distribuidores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Inspecciona, instala y verifica buzas, precalienta y registra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distribuidor, verifica alineación y placas ciegas, confirma 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en HMI tara de celdas, Ø de buza por línea y hora de apertura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Dictamina daños del revestimiento y excesos de precalentamiento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el diámetro de buza por grado y velocidad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CC 50 t (propuesta S-27; hoy S-15)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el distribuidor con señalero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Seguridad e Higiene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los controles de gas natural, izaje y polvo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línea se gana o se pierde antes de abrir la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Tarjeta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Curva de secado completa y firmada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Revestimiento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25–40 mm; sin grietas &gt; 3 mm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Ø de la orden; calibrador ± 0.2 mm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ciegas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líneas cerradas; repuestos al horno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Izaje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Señalero; nadie bajo la carga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 y flama; 1,050–1,150 °C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2 h a temperatura; ≤ 6 h total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Chorro a ± 3 mm; ≤ 5 min sin fuego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Hoja completa; firma C-06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controles evitan la explosión y la buza congelada: tarjeta de secado, calibrador y temperatura.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tarjeta de secado, sin buza calibrada o sin centrado, no se cuela.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buzas, un diámetro: el de la orden de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Figura: cc2-distribuidor-6-lineas.svg.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distribuidor-6-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417320"/>
            <a:ext cx="484632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6 buzas están a 1,250 mm entre ejes [Validar OEM]; L3 y L4 reciben el acero más caliente.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L1 y L6 son las más frías: tienen más riesgo de buza congelada.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cambio rápido empuja una buza nueva o una placa ciega; con placa ciega la línea queda cerrada.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en condición antes de precalentar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y reparte a 6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t; nivel 700–850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Tarjeta de secado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Revestimiento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 el permanente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 25–40 mm [Validar con C-15]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 &gt;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calibrada ZrO₂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Fija el caudal de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× 160: Ø 20–24 mm (nominal 22)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Calibrador ± 0.2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de cambio rápido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buza o cierra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Empuje ≤ 2 s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 ciega en las 6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Horno de buzas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Buzas calientes para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 [Validar OEM]; mín. 6 buzas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Encendido antes de abrir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Estación de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Calienta revestimiento y buzas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Gas natural con supervisión de flama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Purga, flama y detector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Traslada, sube y centra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Celdas de carga (nivel)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Tara ± 0.2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Diámetro, temperatura y centrado definen el arranque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buza 160 × 160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22 mm (orden)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20–24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0.2 mm del nominal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la instales; cámbiala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Revestimiento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25–40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Rechaza; avisa a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cara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1,100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1,050–1,150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o &gt; 1,200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Retrasa apertura o baja fuego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a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2.5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h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Total &gt; 6 h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Consulta a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900–1,100 °C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Prolonga el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sin fuego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0–5 min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Precalienta 15 min mínimo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buza–molde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Corrige el centrado del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Tara de celdas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0.2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0.5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Llama a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Ø 22 mm ≈ 0.57 t/min ≈ 3.0 m/min con h = 0.8 m; 130 × 130 mm: Ø 15–17 mm (FT-ACE-001 v0.3 §5) [Validar con OEM].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Humedad, gas e izaje: los tres riesgos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humedad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distribuidores con curva de secado completa y firmada; buzas y mortero guardados en seco (MS-ACE-03).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Encendido seguro de quemadores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Purga, supervisión de flama y detector: 10 % LEL sal y corta el gas; 20 % LEL evacúa el sector (MS-ACE-06).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carga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de 50 t inspeccionada, señalero y nadie a ± 5 m de la proyección de la carga (MS-ACE-04).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Prohibido entrar al distribuidor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es indispensable: espacio confinado MS-ACE-05 con permiso, LOTO de quemadores, medición de O₂, LEL y CO, vigía y rescate.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filtro IR y casco con barbiquejo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Chamarra y polainas aluminizadas cerca del calor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retardante a la flama, sin sintéticos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aluminizados y botas de fundidor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auditiva; respirador P100 al limpiar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EPP depende de la zona y de la tarea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Plataforma de colada (zona roja): EPP aluminizado completo.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EPP húmedo no entra a la zona roja: el vapor quema.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en limpieza de pozos, mantenimiento y espacio confinado.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chorro desviado se paga con romboidad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de buza por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Nominal ± 0.2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Calibrador, 100 % de las buzas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fuera de rango, romboidad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del chorro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 del centro del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Plomada o láser, 6 líneas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Piel desigual, romboidad, breakout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del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1,100 ± 50 °C (≥ 1,000 °C al colar)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30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congelada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del revestimiento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 ni restos sueltos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100 %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escoria y refractario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operador no elige el diámetro: C-08 lo fija en la orden de colada según sección, grado y velocidad.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tarjeta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Número, fecha de revestimiento y curva de secado completa y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tarjeta no se usa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el revestimiento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Lámpara; espesor en 6 puntos; almohadilla y presas según el plano del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25–40 mm; sin grietas &gt;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los 6 pozos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Aspira o sopla con aire seco; usa respirador P100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 ni mortero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el Ø de la orden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Orden, HMI y tabla: 160 × 160 mm, 20–24 mm; 130 × 130 mm, 15–17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Mismo Ø en papel, HMI y caja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 cada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Pasa/no pasa de ± 0.2 mm; revisa grietas y astillas en la entrada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el nominal, no el +0.2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Asienta bloque y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el OEM (mortero seco o junta); verticalidad con escuadra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Desviación ≤ 1 mm; sin juego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las placas ciegas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Empuja la placa ciega en el cambio rápido de L1 a L6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líneas cerradas; sin juego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el horno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Mínimo 6 buzas del Ø de la orden y 2 placas ciegas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Horno ≥ 900 °C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a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señalero; nadie bajo la carga; asienta en los apoyos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Asentado y nivelado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CC, 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Enciende los quemadores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Purga completa, prueba de flama y encendido en fuego 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Flama estable; sin alarma de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Sigue la curva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Fuego bajo 30 min [Validar], luego alto a 1,050–1,150 °C; registra cada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h a T; total ≤ 6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las buzas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por abajo de cada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Traslación, elevación y tara de celdas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Tara ± 0.2 t; 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quemadores ≤ 5 min antes de abrir la olla; mueve el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fuego ≤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Plomada o láser en cada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a ± 3 mm del centro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y pide liberación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 la hoja de preparación; C-06 firma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completa y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la duda, el distribuidor no se usa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Secado incompleto o humedad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uses el distribuidor; devuélvelo al taller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fuera de calibre o astillada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Cámbiala y separa el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Flama apagada o alarma de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gas; purga antes de reencender; ≥ 10 % LEL sal; ≥ 20 % LEL evacúa el sector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alcanza 1,000 °C a tiempo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quemador; retrasa la apertura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Precalentamiento &gt; 6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a fuego de mantenimiento [Validar]; consulta a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carro no centra (&gt; ± 3 mm)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abras la olla; corrige con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rápido duro o atorado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o cambia el mecanismo antes de colar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Preparador de Distribuidores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10 preparaciones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/ 5 centrados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liberaciones acompañadas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CC 50 t (hoy S-15)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Curso de grúa (NOM-006)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MS-ACE-04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Rechaza un distribuidor sin tarjeta de secado completa y explica el riesgo de explosión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el diámetro de buza contra la orden y con calibrador pasa/no pasa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Coloca y comprueba las 6 placas ciegas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Dirige el izaje sin nadie bajo la carga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Enciende quemadores con purga y prueba de flama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Centra el chorro a ± 3 mm en las 6 líneas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10 preparaciones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MO-CC2-01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diámetro nominal de buza usa la palanquilla de 160 × 160 mm?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18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22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26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tarjeta de secado del distribuidor está incompleta.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No lo uso y aviso a C-15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Lo precaliento más tiempo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Lo uso si C-06 firma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temperatura mínima de cara caliente para colar?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900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1,000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1,200 °C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líneas tienen más riesgo de buza congelada?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L3 y L4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L2 y L5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L1 y L6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tolerancia se centra el chorro sobre el molde?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 3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 10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 20 mm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distribuidor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tarjeta de secado no hay colada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Curva de secado completa y firmada; humedad + acero = explosión (MS-ACE-03).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diámetro lo fija la orden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Mismo Ø en orden, HMI y calibrador ± 0.2 mm; el operador no lo elige.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 y flama antes de encender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10 % LEL: sal y corta el gas; 20 % LEL: evacuación del sector.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carga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Izaje con señalero y ± 5 m libres de la proyección de la carga.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MO-CC2-01 — Preparación y precalentamiento del distribuidor y las buzas calibradas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2026-09-25T20:02:38Z</dcterms:created>
  <dcterms:modified xsi:type="dcterms:W3CDTF">2026-09-25T20:02:38Z</dcterms:modified>
</cp:coreProperties>
</file>