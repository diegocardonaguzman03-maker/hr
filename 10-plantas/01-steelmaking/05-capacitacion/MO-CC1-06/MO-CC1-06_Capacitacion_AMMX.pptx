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Manejar el clogging y cambiar SEN o distribuidor sin perder la secuencia, sin rebose y sin exponer a nadie. Principio rector: Solo piezas precalentadas y liberadas, y nadie bajo el molde hasta que la unión pase el segmento 3.
PUNTOS A CERRAR: Presentar a los participantes, el objetivo y la ruta de certificación (teoría → OJT → evaluación práctica).
[POR CONFIRMAR] Existencia del cambiador rápido de SEN y del segundo carro de distribuidor [Supuesto] · Tiempos de cambio, criterios de clogging, Ca/Al, vida de SEN y grapa de unión con el OEM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Al reanudar: 0.3 m/min y rampa ≤ 0.2 m/min por minuto. Tiempos, criterios de clogging, Ca/Al y vidas: [Validar con OEM / Ingeniería de Proceso].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La posición de la barra tapón — El lazo de nivel compensa el clogging abriendo el tapón: una subida sostenida &gt; 10 % en 15 min lo delata.
2) b) 8 NL/min — Se sube en pasos de 1 NL/min cada 5 min hasta 8; más argón da turbulencia en el menisco y pinholes.
3) a) ≤ 10 s — Objetivo ≤ 5 s, límite 10 s; más de 15 s arriesga la cáscara y el nivel, y C-06 evalúa.
4) b) 400 mm — 400 mm (400–450 mm); debajo se arrastra escoria. Después se detiene la extracción.
5) b) Cierre de secuencia y salida de cola — Con &gt; 3 min se inserta la grapa; con &gt; 5 min se cierra la secuencia (MO-CC1-07).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Existencia del cambiador rápido de SEN y del segundo carro de distribuidor [Supuesto] · Tiempos de cambio, criterios de clogging, Ca/Al, vida de SEN y grapa de unión con el OEM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MO-CC1-06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Cambio SEN y distribuidor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Manejar el clogging y cambiar SEN o distribuidor sin perder la secuencia, sin rebose y sin exponer a nadie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(S-13)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eventos: 6 SEN + 4 distribuidor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Tendencia del tapón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Escalera anticlogging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roja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Cambio SEN ≤ 10 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 a 400 mm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Unión fuera del seg. 3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S-13 Operador de Plataforma · S-14 Ayudante de Colada · S-12 Operador de Púlpito · S-15 Preparador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cambias SEN o distribuidor sin cortar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Detectar y manejar el clogging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Tapón que sube &gt; 10 % en 15 min: argón en pasos de 1 NL/min hasta 8; &gt; 80 % de apertura baja la velocidad.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Cambiar la SEN en caliente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SEN nueva ≥ 1,000 °C; velocidad 0.5 m/min; ≤ 10 s sin flujo; nivel ± 3 mm en ≤ 60 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Cambiar el distribuidor en caliente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el tapón a 400 mm, línea detenida ≤ 3 min, abrir a 500 mm y reanudar a 0.3 m/min con rampa.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Proteger al personal y la unión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S-13 y S-14 al frente; exclusión bajo el molde hasta que la unión pase el segmento 3.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alúmina tapa la SEN y el flujo se vuelve asimétrico: grietas, inclusiones y al final pérdida de nivel. Cambiar la SEN o el distribuidor con acero en el molde expone al frente a salpicaduras, y una unión débil o una rampa rápida pueden terminar en breakout.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piezas precalentadas y liberadas, y nadie bajo el molde hasta que la unión pase el segmento 3.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C-06 decide el cambio; S-13 y S-14 hacen la maniobra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cambio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Decide el cambio, dirige la maniobra y la zona de exclusión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 cambiador de SEN, carros del distribuidor, olla y tapón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Polvo, menisco, centrado de la SEN, costras y grapa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Velocidad, nivel, detención y rampa; eventos en el tracking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 Preparador de Distribuidores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Entrega distribuidor y SEN de repuesto precalentados (MO-CC1-01)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Ingeniero de Proceso de CC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Criterios de clogging, vida de SEN y de distribuidor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 Ingeniero de Proceso EAF / LF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 el tratamiento con Ca ante clogging repetido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 Metalurgista de Producto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Disposición de planchones de unión y con evento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tapón avisa el clogging antes de perder el nivel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Detectar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Tapón sube &gt; 10 % en 15 min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Anticlogging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 +1 NL/min cada 5 min, máx. 8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Decidir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mejora en 15 min o ΔT &gt; 2 °C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Cambio de SEN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0.5 m/min; tapón cerrado ≤ 10 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Recuperar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 ± 3 mm en ≤ 60 s; rampa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Vaciar el viejo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Velocidad por nivel; tapón a 400 mm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Línea detenida ≤ 3 min; SEN centrada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Reanudar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500 mm; −60 mm; 0.3 m/min y rampa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Unión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Exclusión hasta pasar el segmento 3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Cambiador rápido de SEN y segundo carro de distribuidor son [Supuesto]: la ficha no los confirma.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piezas precalentadas y liberadas, y nadie bajo el molde hasta que la unión pase el segmento 3.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posición del tapón es el mejor indicador de clogging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 Figura: cc1-distribuidor.svg.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1-distribuid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94" y="1417320"/>
            <a:ext cx="6640651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barra tapón regula el flujo; si la SEN se tapa, el lazo de nivel abre más el tapón.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argón del tapón (3–8 NL/min) ayuda contra el clogging; más de 8 da pinholes.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distribuidor viejo se vacía hasta 400 mm; el nuevo se abre con 500 mm.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SEN nueva se inmerge 120–160 mm y va centrada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 Figura: cc1-molde-nivel.svg.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cc1-molde-niv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1417320"/>
            <a:ext cx="60579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 el cambio, la inmersión se revisa en 120–160 mm con la SEN centrada ± 5 mm.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diferencia de ΔT entre caras anchas &gt; 2 °C indica flujo asimétrico.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nivel se lleva de nuevo a ± 3 mm en automático.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SEN y distribuidor precalentados entran a colar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Barra tapón y lazo de 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Regula flujo; indica clogging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Argón 3–8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Tendencia de posición en HMI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Entrega al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Inmersión 120–160 mm; manga ZrO₂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Vida 8–10 h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Cambiador de SEN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 la SEN sin cambiar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Hidráulico; placa de SEN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Probado en frío; repuesto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Precalentador de SEN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Mantiene la SEN de repuesto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1,000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Temperatura registrada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Carros de distribuidor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Intercambian distribuidores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Elevación, traslación, X–Y, pesaje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Frenos, límites; ruta despejada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Distribuidor nuevo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Reemplazo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1,100 ± 50 °C (MO-CC1-01)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≤ 10 min sin quemador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Grapa de unión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Refuerza la unión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OEM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Seca, en la plataforma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Tiempo sin flujo y nivel mandan en cada cambio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Posición del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Estable ± 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10 % en 15 min / &gt; 80 %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Escalera anticlogging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Argón de barra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4–5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3–8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Máx. 8 NL/min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exceder: pinholes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Relación Ca/Al (LF)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0.08–0.14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0.07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 ajusta CaSi en LF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SEN de repuesto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1,050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1,000–1,150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1,000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usar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sin flujo (SEN)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15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evalúa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en cambio de SEN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→ −20 mm máx.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a −30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−40 o &gt; + 8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Recuperar en manual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del distribuidor viejo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400–450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400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Riesgo de arrastre de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Línea detenida (distrib.)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2–4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Grapa o cierre de secuencia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reanudar: 0.3 m/min y rampa ≤ 0.2 m/min por minuto. Tiempos, criterios de clogging, Ca/Al y vidas: [Validar con OEM / Ingeniería de Proceso].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frente del molde es zona roja durante la maniobra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Zona roja del frente del molde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Durante la maniobra solo S-13 y S-14 con aluminizado completo; C-06 cuenta al personal.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Exclusión bajo el molde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Reforzada hasta que la unión o el planchón del cambio de SEN pase el segmento 3; rampa lenta.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Solo piezas precalentadas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 liberado (MO-CC1-01) y SEN ≥ 1,000 °C. Con vapor o SEN fría, no se usa.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Carros y distribuidor viejo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Ruta despejada, alarma y nadie entre carros; el viejo lleva ≈ 14 t: traslado lento a fosa seca.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Aluminizado completo: chamarra, polainas y capucha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IR, ropa FR y guantes aluminizados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Botas con metatarsal y protección auditiva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personal de O₂/CO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Frente del molde y bajo la máquina: zona roja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 Figura: ms-zonas-exclusion-nave.svg.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zonas-exclusion-n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Frente del molde: solo S-13 y S-14 mientras dura la maniobra.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Bajo el molde: nadie hasta que la unión pase el segmento 3 (≈ 5 m).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Ruta de carros y fosa del distribuidor despejadas y secas.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planchón de unión se marca y se inspecciona al 100 %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Simetría del flujo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Diferencia de ΔT ≤ 1.5 °C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Continuo, nivel 2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longitudinales, inclusiones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en el cambio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a −30 mm; recupera ≤ 60 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Tendencia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Slivers, depresiones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Planchón de cambio de SEN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Tracking en MES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especial (MO-CC1-09)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Planchón de unión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Marcado; inspección 100 %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Tracking en MES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Degradar o rechazar según C-09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Grados incompatibles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mezcla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de distribuidor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Química fuera de especificación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clogging repetido se corrige en el LF: muestra Ca/Al y ajuste de CaSi por C-07.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 en tres maniobras; ocho críticos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Detecta el clogging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Posición del tapón sube &gt; 10 % en 15 min con velocidad y ancho constantes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Tendencia confirmada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la escalera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Argón +1 NL/min cada 5 min, máx. 8; pulsa el tapón si el OEM lo permite; &gt; 80 %: −0.1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estable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/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Decide e informa a LF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mejora en 15 min o ΔT entre anchas &gt; 2 °C: cambio de SEN; muestra Ca/Al a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Decisión de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/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la SEN nueva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Precalentada ≥ 1,000 °C; revisa grietas y puertos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SEN lista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 /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Despeja la zona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Solo S-13 y S-14 en el frente; zona bajo el molde despejada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Confirmación de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el cambio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a 0.5 m/min con rampa; nivel en manual; retira costras; SEN en la guía del cambiador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SEN asentada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/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el tapón y cambia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cerrado y acciona el cambiador: la SEN nueva empuja a la vieja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s sin flujo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 en tres maniobras; ocho críticos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y recupera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Apertura progresiva a 0 mm y automático; inmersión 120–160 mm, centrada ± 5 mm; rampa; marca evento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3 mm en ≤ 60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/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distribuidor nuevo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Liberado (MO-CC1-01); 1,100 ± 50 °C; SEN ≥ 1,000 °C; carro 2 en espera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 de liberación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 /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Establece la zona roja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nueva en torreta sin abrir; frente del molde solo S-13 y S-14; nadie bajo 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Vacía el distribuidor viejo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por nivel: 800 mm 0.9; 700 mm 0.6; 600 mm 0.4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baja controlado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el tapón a 400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y detén la extracción (velocidad 0); mantén oscilación y agua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Línea detenida; hora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/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 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Cubre el menisco; carro 1 a la fosa; carro 2 centrado ± 5 mm; grapa si &gt; 3 min; olla a 500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derrame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/ 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el tapón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Apertura progresiva hasta nivel −60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rebose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 en tres maniobras; ocho críticos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Reanuda y marca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0.3 m/min; nivel automático; rampa ≤ 0.2 m/min por minuto; marca el planchón de unión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 BOP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Mantén la exclusión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 bajo el molde hasta que la unión pase el segmento 3 (≈ 5 m)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Autorización de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Detención de más de 5 min: se cierra la secuencia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± 8 mm tras cambio de SEN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centrado e inmersión; baja la velocidad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SEN rota (flama, nivel errático)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de SEN inmediato; sin cambiador: distribuidor o cierre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cambiador no acciona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Tapón cerrado ≤ 15 s; si no, reabre con SEN vieja y baja velocidad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Clogging repetido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Ca/Al; revisa sellos de argón; C-07 corrige LF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Detención &gt; 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de secuencia y salida de cola (MO-CC1-07)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Breakout en la unión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Respuesta a breakout (MO-CC1-04 §9)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C-06,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Rebose del molde al reanudar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el tapón; recupera en manual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Distribuidor con vapor o SEN fría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usar; cierre de secuencia si no hay otro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SEN + 4 distribuidores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+ 4 eventos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+ 4 eventos (o simulador)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CC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(evaluador)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 + evaluador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Usa solo SEN y distribuidor precalentados y liberados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Establece la zona roja y la zona de exclusión bajo el molde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 la SEN con ≤ 10 s sin flujo y recupera el nivel sin rebose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Detiene la línea a 400 mm del distribuidor viejo y reanuda con 0.3 m/min y rampa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Mantiene la exclusión hasta que la unión pase el segmento 3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SEN + 4 distribuidores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MO-CC1-06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indica mejor que la SEN se está tapando?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La temperatura del molde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La posición de la barra tapón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El consumo de polvo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el máximo de argón en la barra tapón contra el clogging?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5 NL/min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8 NL/min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15 NL/min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¿Cuánto tiempo sin flujo se permite al cambiar la SEN?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≤ 10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≤ 60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≤ 3 min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¿A qué nivel se cierra el tapón del distribuidor viejo?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700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400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100 mm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línea lleva más de 5 min detenida en el cambio de distribuidor. ¿Qué haces?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Reanudar a 1.2 m/min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Cierre de secuencia y salida de cola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Esperar 10 min más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los cambios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 (pendientes: seguridad, laboral, diseño instruccional).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Pieza fría o húmeda no entra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 liberado y SEN ≥ 1,000 °C; con vapor no se usa.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dos personas al frente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S-13 y S-14 con aluminizado completo durante la maniobra.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el molde con la unión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exclusión sigue hasta que la unión pase el segmento 3.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Argón máximo 8 NL/min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Más argón no destapa: da turbulencia y pinholes.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MO-CC1-06 — Cambio de SEN y de distribuidor en caliente (incluye clogging)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2026-09-25T19:42:27Z</dcterms:created>
  <dcterms:modified xsi:type="dcterms:W3CDTF">2026-09-25T19:42:27Z</dcterms:modified>
</cp:coreProperties>
</file>