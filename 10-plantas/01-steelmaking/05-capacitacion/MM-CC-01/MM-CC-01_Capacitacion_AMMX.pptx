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Moldes con conicidad, superficie y agua correctas, cambiados sin acero en la máquina ni fuente abierta. Principio rector: Nunca se cierra el agua de molde con acero en la máquina.
PUNTOS A CERRAR: Presentar a los participantes, el objetivo y la ruta de certificación (teoría → OJT → evaluación práctica).
[POR CONFIRMAR] Espesores de Cu, desgastes y ranura de chaqueta con el OEM · Torques, presión de prueba (típ. 15 bar) y peso del molde CC1 (20–30 t) · Vida de tubos CC2 (400–700 coladas) y tiempo de cambio de molde CC1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Espesores, desgastes, ranura, torques (típ. 100–150 N·m), presión de prueba (típ. 15 bar) y vida de tubos: [Validar con OEM / Ingeniería de Mantenimiento].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Solo con la máquina vacía — Nunca con acero en la máquina: sin acero en molde ni hebra sin solidificar y barra falsa estacionada.
2) b) Desechar la placa — Con Cu &lt; 25 mm la placa va a desecho o recuperación de Cu; el rectificado máximo es 2 mm por vez.
3) b) &gt; 0.5 mm — |D1 − D2| &gt; 0.5 mm provoca romboidad, grietas de esquina y riesgo de breakout.
4) b) El ESR (C-16) — Solo el ESR cierra, pone su candado y mide &lt; 2 × fondo en el punto de trabajo y a 1 m.
5) a) ±0.3 mm — Objetivo 0, tolerancia ±0.3 mm; arriba de ±0.5 mm se corrige con lainas o reajuste.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Espesores de Cu, desgastes y ranura de chaqueta con el OEM · Torques, presión de prueba (típ. 15 bar) y peso del molde CC1 (20–30 t) · Vida de tubos CC2 (400–700 coladas) y tiempo de cambio de molde CC1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MM-CC-01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Moldes: conicidad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Moldes con conicidad, superficie y agua correctas, cambiados sin acero en la máquina ni fuente abierta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(S-25 Taller)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5 armados CC1 + 10 CC2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Hoja de taller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Máquina vacía y fuente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energía cero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molde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 y medir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Caudal y liberación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S-25 Mecánico de Taller · S-19 Mecánico · S-21 Instrumentista · S-22 Técnico Hidráulico · S-20 Electricista · Grúa de CC 50 t (hoy S-15) · C-11 · C-06 · C-16 (ESR)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montas moldes que no provocan breakout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y decidir en taller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Conicidad, espesor de Cu, rayas, Ni, lado y diagonales contra criterio: reutilizar, rectificar o desechar.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el molde sin riesgo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Máquina vacía, obturador de Cs-137 cerrado por el ESR, LOTO, energía cero y drenado a 0 bar.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 y verificar en máquina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Alineación ±0.3 mm con segmento 0 o pie de rodillos, conicidad ±0.05 %/m y termopares BOP al 100 %.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con caudal nominal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fugas, caudal ≥ 100 % nominal, oscilación sin alarmas y checklist firmado por C-11 y C-06.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molde forma la cáscara del acero. Una conicidad mal ajustada, un Cu delgado o una fuga de agua terminan en grietas, romboidad o breakout, y un breakout con agua es explosión. En CC2 cada molde tiene una fuente de Cs-137: se trabaja solo con el obturador cerrado por el ESR.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se cierra el agua de molde con acero en la máquina.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C-11 libera el molde; C-06 lo recibe por operación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cambio de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Supervisor de Mantenimiento Mecánico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programa de moldes y liberación a máquina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 Mecánico de Taller de Moldes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Desarme, medición, armado y pruebas en taller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en máquina, conexiones de agua y alineación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Termopares BOP, sensor de nivel (CC1) y EMS (CC2)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Hidráulico / S-20 Electricista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LOTO hidráulico (acumuladores) y eléctrico del EMS (NOM-029)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50 t (hoy S-15; S-27 propuesto)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el molde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como ESR (CC2)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obturador de Cs-137, pone su candado y mide &lt; 2 × fondo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 (CC2)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la máquina vacía y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taller decide: reutilizar, rectificar o desechar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Sale de máquina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tonelaje o defecto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en taller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Perfil, conicidad, Cu, rayas, Ni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Reusar, rectificar ≤ 2 mm o desechar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Armar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Torque en secuencia, 3 pasadas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presión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1.5 × P operación, 30 min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TC y conicidad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BOP al 100 %; ajuste de tabla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Máquina vacía, fuente cerrada, LOTO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 y probar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±0.3 mm; caudal nominal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C-11 y C-06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Ningún molde sube a máquina sin su hoja de taller: presión, conicidad, termopares y torques.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se cierra el agua de molde con acero en la máquina.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Conicidad, desgaste y diagonales deciden el molde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Figura: mm-molde-conicidad.svg.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m-molde-conic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63" y="1417320"/>
            <a:ext cx="6648915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CC1: conicidad (%/m) = (Ws − Wi) / (Wi × L) × 100; caras angostas 1.0–1.2 %/m, ±0.05 del ajuste.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CC2: tubo 160 × 160 mm, 0.8–1.0 %/m; se desecha si la conicidad pierde &gt; 20 % o |D1 − D2| &gt; 0.5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Desgaste local máximo 0.5 mm; Cu de placa ≥ 25 mm; el tubo se mide cada 100 mm con perfilómetro.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molde es la primera barrera contra el breakout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Placas anchas CC1 (Cu-Ag + Ni)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Solidificar la cáscara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900 mm; Cu nuevo ≈ 40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 ≥ 25 mm; rayas ≤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Placas angostas CC1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Ancho y conicidad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1.0–1.2 %/m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±0.05 %/m del 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Termopares BOP (3 filas)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Predicción de breakout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Tipo K / T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leen; responden a calor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CC2 (Cu-Ag)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 de palanquilla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 mm; 160 × 160; 0.8–1.0 %/m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Diagonales y conicidad en 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Chaqueta de agua 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alta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Ranura ≈ 4 mm [Validar]; 10–12 m/s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Ranura uniforme ±0.2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Conicímetro y perfilómetro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Medir conicidad y perfil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±0.01 %/m; ±0.02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Banco de prueba de presión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Hermeticidad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Hasta 25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Manómetro 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 &lt; 25 mm o diagonales &gt; 0.5 mm: se desecha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Conicidad angosta CC1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C-08 (1.0–1.2)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±0.05 %/m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±0.1 %/m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armado y 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de Cu (CC1)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25 mm: desechar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desarme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Rayas / Ni perdido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0.5 mm: rectificar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Conicidad tubo 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0.9 %/m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0.8–1.0 %/m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&gt; 20 %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Diagonales 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0.5 mm: desechar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Lado del tubo (menisco)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160.0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presión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1.5 × P op /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o goteo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armado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a segmento 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Espesores, desgastes, ranura, torques (típ. 100–150 N·m), presión de prueba (típ. 15 bar) y vida de tubos: [Validar con OEM / Ingeniería de Mantenimiento].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izaje y Cs-137: tres riesgos en un cambio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Máquina vacía antes de tocar el agua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 de secuencia, sin acero ni hebra sin solidificar, barra falsa estacionada; entrega firmada por C-06.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Fuente de Cs-137 cerrada (CC2)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ESR (C-16) cierra el obturador, pone su candado y mide &lt; 2 × fondo en el punto de trabajo y a 1 m (MS-ACE-07).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y prueba de energía cero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HPU de oscilación y ancho, EMS y secundario bloqueados; oscilación rechazada, 0 bar y detector de tensión.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Izaje del molde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Aparejo certificado, prueba de levante a 100 mm; nadie bajo la carga ni a ± 5 m de su proyección (MS-ACE-04).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careta para esmerilado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anticorte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Máquina caliente: ropa FR y guantes para calor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Dosímetro personal cerca de la fuente (CC2)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molde, HPU y Cs-137: bloqueo en orden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agua de molde se cierra solo con la máquina vacía; se bloquean bombas y torre de emergencia.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 de oscilación con acumuladores a 0 bar y barra falsa estacionada con pasador.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Cs-137: obturador cerrado con candado del ESR; radiación &lt; 2 × fondo en el punto de trabajo.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conicidad equivocada se ve en grietas del producto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Conicidad CC1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1.0–1.2 %/m ±0.05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Conicímetro, cada armado y paro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longitudinales o transversales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 y Ni CC1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0.5 mm; Ni íntegro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y profundímetro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en estrella (Cu); marcas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Diagonales CC2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|D1 − D2| ≤ 0.5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Perfilómetro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Romboidad, grietas de esquina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Conicidad CC2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0.8–1.0 %/m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Perfilómetro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Cáscara delgada, abultamiento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Ranura de agua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±0.2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Lainas en 4 lados y 3 alturas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Enfriamiento desigual, romboidad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Termopares BOP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funcionales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con calor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 no detectado (sticker)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Poca conicidad da grietas longitudinales y breakout; mucha da desgaste, pegado y grietas transversales.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doce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molde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liberación de taller: prueba de presión, conicidad o perfil, TC y torques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completa y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Asegura la máquina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Fin de secuencia; sin acero ni hebra sin solidificar; barra falsa estacionada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firmada por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fuente (CC2)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cierra el obturador, pone candado y tarjeta y mide en el punto de trabajo y a 1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 × fondo en el permiso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molde, HPU, EMS y enfriamiento secundario; candados personales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Intento de oscilación; manómetros 0 bar; detector de tensión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energía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Drena y desconecta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Drena el agua hasta 0 bar; desconecta mangueras y acoples; tapa conexiones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bar; sin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Aparejo certificado, prueba de levante a 100 mm, traslado a taller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doce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asientos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Mesa de oscilación y asientos sin salpicaduras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Superficies limpias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Instala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guiado; asienta en pernos de centrado; aprieta anclajes al torque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Asentado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agua y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Presuriza a presión de operación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 con segmento 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Regla de alineación y lainas en 4 puntos (pie de rodillos en 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conicidad (CC1)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Conicímetro en ambas caras angostas, puntos P1–P3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±0.05 %/m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TC y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los TC leen; sensor de nivel (CC1) o detector (CC2) conectado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 inverso, personal fuera; al final el ESR retira su candado, abre y verifica la señal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de nivel 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Todos,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doce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funcional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a caudal nominal (CC1 ≈ 4,200 / 450 L/min; CC2 ≈ 2,000 L/min); oscilación en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≥ 100 %, 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de liberación firmado por Mantenimiento y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 por C-11 y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de agua con acero: fin de colada controlado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agua en molde con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Fin de colada controlado; MS-ACE-09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BOP repetitiva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velocidad (MO-CC1-04); revisar TC y conicidad al 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longitudinales recurrentes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Medir conicidad y desgaste; análisis con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 en palanquilla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el tubo de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presión cae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Rehacer el armado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Radiámetro ≥ 2 × fondo, cerrado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trabajar; alejarse ≥ 3 m y delimitar; plan de emergencia del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(ESR),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 Mecánico de Taller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5 CC1 + 10 tubos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POE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cambios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izaje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verificaciones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Hidráulico / S-20 Electricista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/ NOM-029 + 4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bloqueos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S-22: 24 · S-20: 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(hoy S-15)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izajes de molde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Cerca de la fuente (CC2)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NOM-012 (8 h)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 la hoja de taller y recibe la máquina vacía firmada por C-06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que el ESR cerró el obturador con su candado y midió &lt; 2 × fondo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LOTO con candado personal, prueba energía cero y drena a 0 bar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 sin nadie bajo la carga; asienta a torque y prueba sin fugas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LOTO con personal fuera y el ESR verifica la señal de nivel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caudal nominal y libera con firma de C-11 y C-06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 / 5 CC1 + 10 tubos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POE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MM-CC-01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¿Cuándo se puede cerrar el agua de molde?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Al bajar la velocidad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Solo con la máquina vacía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Con la hebra en el segmento 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placa ancha de CC1 mide 24 mm de Cu. ¿Qué se hace?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Rectificar 2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Desechar la placa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Montar y medir después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diferencia de diagonales se desecha un tubo CC2?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&gt; 0.1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&gt; 0.5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&gt; 2 mm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cierra el obturador de Cs-137 antes del cambio en CC2?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El mecánico S-19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El ESR (C-16)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operador de púlpito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tolerancia tiene la alineación molde–segmento 0?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±0.3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±1.0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±3 mm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cambio de molde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máquina vacía no se toca el agua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se cierra el agua de molde con acero en la máquina.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Fuente cerrada por el ESR (CC2)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con candado del ESR y radiación &lt; 2 × fondo.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hoja de taller el molde no sube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Presión, conicidad, termopares y torques registrados.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toca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personal; oscilación rechazada, 0 bar y 0 V.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MM-CC-01 — Cambio y preparación de moldes (placas CC1 / tubos CC2): medición de conicidad y desgaste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2026-09-25T20:02:36Z</dcterms:created>
  <dcterms:modified xsi:type="dcterms:W3CDTF">2026-09-25T20:02:36Z</dcterms:modified>
</cp:coreProperties>
</file>