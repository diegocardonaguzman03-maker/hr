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Cargar 55–70 t de chatarra seca y sin materiales prohibidos, en ≤ 3 min y sin personas expuestas. Principio rector: Si hay duda de humedad, material prohibido o radiación, no se carga.
PUNTOS A CERRAR: Presentar a los participantes, el objetivo y la ruta de certificación (teoría → OJT → evaluación práctica).
[POR CONFIRMAR] Umbral del pórtico, velocidad de paso y altura de apertura de la canasta con el OEM y el ESR · Densidad, pieza máxima, Cu de la mezcla, tara de canasta y rendimiento metálico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Altura de la canasta al abrir: 0.5–1.0 m, límite &gt; 1.5 m [Validar con OEM / Ingeniería de Proceso]. Pieza máx. 1.5 × 0.6 m [Supuesto]: cortar en patio.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Aislar el camión y avisar a C-16 — No se descarga ni se toca: camión aislado a 10 m, chofer fuera; solo el ESR (C-16) autoriza el manejo.
2) b) 55–70 t — Objetivo 65 t. Con más de 70 t no se traslada; con menos de 50 t se completa o C-05 ajusta el DRI.
3) b) Al centro, lejos de las paredes — Pesada ≤ 20 % al centro; ligera al fondo y arriba. Pesados arriba rompen electrodos.
4) b) ≤ 15 m del horno — Roja ≤ 15 m del horno y ruta ± 5 m; amarilla 15–30 m. Nadie a pie en la roja.
5) b) No cargar; escurrir y que C-17 libere — Agua sobre el talón líquido = explosión. Se escurre y seca bajo techo; C-17 libera la canasta.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Umbral del pórtico, velocidad de paso y altura de apertura de la canasta con el OEM y el ESR · Densidad, pieza máxima, Cu de la mezcla, tara de canasta y rendimiento metálico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con canasta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Cargar 55–70 t de chatarra seca y sin materiales prohibidos, en ≤ 3 min y sin personas expuestas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(S-05 Patio)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40 canastas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3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por canasta, arco apagado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Pórtico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por capas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listo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y bóveda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S-05 Operador de Patio · S-04 Grúa de Carga · S-01 Primer Hornero · C-17 Supervisor de Patio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cargas seco, limpio y sin exponer a nadie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Recibir solo chatarra segura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el pórtico cada turno; rechazar contenedores cerrados, líquidos, explosivos y toda alarma de radiación.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Armar la canasta según la receta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Ligera al fondo, pesada ≤ 20 % al centro, ligera arriba; 55–70 t y nada sobre el borde.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Cargar con horno y zona listos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apagado, interruptor abierto, sin agua a la vista y nadie a ≤ 15 m del horno.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Cargar en ≤ 3 min sin exponer a nadie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centrada a 0.5–1.0 m sobre el borde, nunca sobre personas; bóveda asentada al final.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contenedor cerrado o chatarra mojada que cae sobre 20–30 t de talón líquido explota. Una fuente radiactiva contamina el acero y la planta. Una canasta mal armada rompe electrodos, no deja cerrar la bóveda o saca los residuales de especificación.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duda de humedad, material prohibido o radiación, no se carga.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patio arma, la grúa carga y C-05 detiene ante duda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carga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autoriza desviación de peso o mezcla; detiene ante duda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 Supervisor de Patio de Chatarra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Asegura receta, inspección y cuarentena de rechazos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(patio)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 Operador de Patio de Chatarra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Pórtico, inspección, segregación; arma, pesa y registra la canasta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la canasta (120/40 t), la centra y la abre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horno y confirma zona despejada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Seguridad e Higiene (ESR)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 las alarmas del pórtico de radiación (MS-ACE-07)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receta de carga y los límites de Cu, Sn, Ni, Cr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carga se decide en el patio, no sobre el horno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Pórtico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alarma; con alarma: aislar y ESR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prohibidos y sin humedad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Armado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Capas según la receta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55–70 t, nada sobre el borde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listo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apagado, sin fuga de agua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horno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Electrodos arriba, bóveda girada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 ≤ 15 m; bocina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Centrar y abrir a 0.5–1.0 m del borde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Bóveda asentada → MO-EAF-04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 se detecta en el patio explota en el horno: pórtico e inspección van primero.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duda de humedad, material prohibido o radiación, no se carga.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chatarra entra al horno en canasta de 55–70 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Figura: eaf-flujo-acería.svg.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flujo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chatarra (3) aporta el 40 % de la carga y entra por el pórtico de radiación.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canasta de 90 m³ lleva 55–70 t con la grúa de 120/40 t (4).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60 % restante es DRI/HBI que entra por transportador (2).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canasta cuesta 3 min de arco apagado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carga dura 3 min por canasta, con el arco apagado.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2.ª canasta suma ≈ 3 min de arco apagado: hay que cuidar el tap-to-tap de 55 min.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de cerrar la bóveda sigue la perforación con tap bajo.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en condición antes de levantar la canasta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Pórtico de radiación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fuentes radiactivas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Umbral de C-16 (ESR)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Prueba con fuente al inicio de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de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Transporta y descarga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 m³; apertura de concha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Seca; concha, seguros y orejas sin grieta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Báscula / celda de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0.5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antes de pesar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y abre la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× 120/40 t; gancho auxiliar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Frenos, límites, gancho y cable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Electroimán / pulpo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Arma la canasta en patio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al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y giro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Descubre el horno para cargar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bóveda–interruptor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arco con bóveda abierta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Electrodos 3 × 610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 protegen de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tope antes de girar la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“arriba”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Peso, humedad y radiación definen si se carga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55–70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70 t o &lt; 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70: retirar; &lt; 50: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90 m³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Material sobre el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el excedente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Densidad aparente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0.70 t/m³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0.6–0.8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0.55 t/m³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 C-17: 2.ª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pesada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20 % o &gt; 1.5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Pesada al centro, nunca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agua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Agua, hielo, lodo o nieve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No cargar; escurrir y secar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Pórtico de radiación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y aislar;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 de la mezcla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0.15 %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0.20 %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receta con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Registrar la demora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 de la canasta al abrir: 0.5–1.0 m, límite &gt; 1.5 m [Validar con OEM / Ingeniería de Proceso]. Pieza máx. 1.5 × 0.6 m [Supuesto]: cortar en patio.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Humedad, radiación y carga suspendida: cero tolerancia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de exclusión de carga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15 m del horno y ruta ± 5 m; amarilla 15–30 m. Nadie a pie desde que sube la canasta hasta que cierra la bóveda.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Chatarra y canasta secas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hielo, lodo o canasta que gotea: no se carga; se escurre y C-17 libera. Recipientes cerrados se cortan o perforan.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 suspendida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Canasta de hasta ≈ 105 t con tara [Supuesto]: nunca sobre personas, púlpitos ni pasillos; ruta definida y señalero.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Pórtico en todo ingreso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Alarma: 2.ª pasada; si confirma, camión aislado a 10 m, chofer fuera. Solo C-16 (ESR) autoriza el manejo (MS-ACE-07).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Patio: guantes de carnaza y chaleco de alta visibilidad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auditiva; dosímetro si lo exige C-16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Piso de hornos: ropa ignífuga y careta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 aluminizada si se está en el piso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Grúa: cabina cerrada y presurizada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con canasta: nadie a pie a ≤ 15 m del horno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Carga con canasta: roja ≤ 15 m del horno, con la plataforma despejada [Supuesto].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el electroimán y la canasta (2) la zona es roja: nadie bajo la carga.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pórtico de radiación (1) está en la entrada de camiones al patio.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mezcla de hoy son los residuales de mañana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Mezcla según receta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Tipos y % por grado (C-07)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del electroimán, cada canasta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Cu, Sn, Ni, Cr fuera de especificación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de canasta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55–70 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Báscula, cada canasta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fuera de 150 t; energía mal calculada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 la chatarra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no ferrosos, tierra ni plásticos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canasta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escoria y kWh/t; menor rendimiento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Rendimiento metálico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88 % de la carga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 de C-07,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Pesados arriba rompen electrodos; material sobre el borde no deja cerrar la bóveda.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pórtico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inicio de turno, con la fuente de verificación; registra. Si no responde, no se recibe chatarra y avisas a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Pórtico responde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camiones por el pórtico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8 km/h [Validar con OEM]; espera el libre. Alarma: 2.ª pasada; si confirma, aísla a 10 m y avisa a C-16 y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chatarra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Contenedores cerrados, líquidos, explosivos, humedad, no ferrosos; lo prohibido va al área de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material prohibido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canasta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Concha, seguros y orejas; sin agua en el fondo. Si gotea no se traslada: se escurre y C-17 la 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seca y sin daño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Arma por capas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Ligera al fondo (10–15 %), pesada al centro (≤ 20 %), media, ligera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Receta; nada sobre el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de báscula; pesa; registra número de canasta, peso y mezcla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55–70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 “horno listo”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avisa por radio con MO-EAF-01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recibido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DRI, apaga el arco, abre el interruptor, sube electrodos al tope, levanta y gira la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abierto; bóveda girada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agua y baño a la vista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el horno abierto: sin chorros de agua, sin vapor, talón cubierto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evidencia de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zona de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Bocina; radio y CCTV: nadie a ≤ 15 m del horno ni a ± 5 m de la ruta (MS-ACE-01)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“Zona libre”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la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mínima segura, velocidad reducida, nunca sobre personas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 y baja la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Centro de la canasta sobre el centro del horno; fondo a 0.5–1.0 m sobre el borde de la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centrada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concha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controlada con el gancho auxiliar; observa flama y proyecciones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completa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canasta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y retira por la ruta; verifica que no quedó material colgado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nueve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bóveda y perfora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y baja la bóveda sin chatarra en el borde; inicia la perforación con tap bajo (MO-EAF-04)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asentada; arco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2.ª canasta (si aplica)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Repite los pasos 7–15 con la 1.ª fundida ≥ 70 % y con volumen [Validar con Ingeniería de Proceso]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Mismo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la duda: detener, aislar y avisar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del pórtico de radiación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Detener; 2.ª pasada ≤ 8 km/h; si confirma: aislar a 10 m, chofer fuera, no descargar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C-17,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Explosión o proyección al abrir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fuera de la zona; no abrir otra canasta; revisar agua, electrodos,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Derrumbe de chatarra en 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Subir electrodos, bajar el tap, revisar corriente; electrodo roto: MO-EAF-08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no 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energizar; retirar la chatarra con equipo desde fuera; nunca a mano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Concha no abre o abre a medias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Llevar la canasta a zona segura; nadie se acerca; revisar con LOTO de la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 con más de 70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trasladar; retirar material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mojada o canasta que gotea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cargar; escurrir y secar bajo techo; C-17 libera; priorizar chatarra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 Operador de Patio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(4 h radiación)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40 canastas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pórtico e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(NOM-006)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40 cargas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cargas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 Supervisor de Patio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pórtico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el pórtico al inicio de turno y no recibe chatarra si falla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una alarma del pórtico: detener, aislar y avisar; no tocar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 los 6 grupos de chatarra prohibida y qué se hace con cada uno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carga chatarra húmeda ni una canasta con agua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 el horno, verifica sin agua a la vista y zona libre antes de trasladar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Traslada sin pasar la carga sobre personas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 (4 h radiación)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 / 40 canastas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pórtico e izaje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MO-EAF-02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pórtico da alarma y la 2.ª pasada la confirma. ¿Qué haces?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Descargar en el área de rechazo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Aislar el camión y avisar a C-16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Regresar el camión al proveedor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rango de peso de una canasta?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40–50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55–70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75–90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¿Dónde va la chatarra pesada en la canasta?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Arriba, para perforar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Al centro, lejos de las paredes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Pegada a las paredes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distancia marca la zona roja durante la carga?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5 m del horno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15 m del horno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30 m del horno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canasta llega goteando agua.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Cargar rápido antes de que escurra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cargar; escurrir y que C-17 libere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Cargarla sobre un talón más caliente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carga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 del pórtico: nadie toca el material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a 10 m y avisar a C-16 (ESR); un rechazo del pórtico nunca se carga.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Chatarra húmeda no se carga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hielo, lodo o canasta que gotea: escurrir y secar (MS-ACE-03).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canasta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 en su ruta ± 5 m; la carga nunca pasa sobre personas, púlpitos o pasillos.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zona libre no se abre la canasta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15 m despejada, bocina y confirmación “zona libre” por radio.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MO-EAF-02 — Carga de chatarra con canasta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2026-09-25T20:02:40Z</dcterms:created>
  <dcterms:modified xsi:type="dcterms:W3CDTF">2026-09-25T20:02:40Z</dcterms:modified>
</cp:coreProperties>
</file>