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Fundir en ≈ 42–44 min de arco con 560 kWh/t, arco estable y sin dañar bóveda, paneles ni electrodos. Principio rector: Tap alto solo con arco cubierto; nadie arriba con el interruptor cerrado.
PUNTOS A CERRAR: Presentar a los participantes, el objetivo y la ruta de certificación (teoría → OJT → evaluación práctica).
[POR CONFIRMAR] Tabla de taps, posiciones del OLTC y permisivos para energizar con el OEM · Tiempo de arco: la ficha da 42 min y el perfil de referencia ≈ 44 min a 560 kWh/t (propuesta a la ficha) · Desbalance 0–10 % y N ≤ 50 ppm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Δ caudal de agua &gt; 2 % alarma, &gt; 4 % disparo; presión del horno &gt; 0 Pa: no subir tap. Tabla de taps: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≈ 119 MW — 140 MVA × FP ≈ 0.85 ≈ 119 MW: es un límite físico.
2) b) Solo con el arco cubierto — El arco largo expuesto radia a las paredes y perfora paneles. Con espuma baja: tap 12–13.
3) b) Bajar 2 taps y mejorar la espuma — &gt; 60 °C: bajar tap y corregir O₂/C; si no baja, aislar el panel con C-05.
4) b) No rearmar ni inclinar; evacuar — No se rearma ni se mueve el horno; evacuar a ≥ 25 m y aplicar MO-EAF-01 §9.
5) b) 560 kWh/t — 560 kWh/t (520–600). Fuera de rango se revisan demoras, O₂, escoria y DRI.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Tabla de taps, posiciones del OLTC y permisivos para energizar con el OEM · Tiempo de arco: la ficha da 42 min y el perfil de referencia ≈ 44 min a 560 kWh/t (propuesta a la ficha) · Desbalance 0–10 % y N ≤ 50 ppm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MO-EAF-04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Fusión y potencia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Fundir en ≈ 42–44 min de arco con 560 kWh/t, arco estable y sin dañar bóveda, paneles ni electrodos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(S-01)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60 coladas + simulador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560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kWh/t objetivo (520–600)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Permisivos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Perforación tap 10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Fusión tap 15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Baño plano + DRI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Afino tap 14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apagado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S-01 Primer Hornero · S-02 Segundo Hornero · C-05 Supervisor de Hornos · C-07 Ingeniero de Proceso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fundes con arco cubierto y sin disparos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Energizar con permisivos en verde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Bóveda, 0°, agua, hidráulica, presión y todas las llaves cautivas en el tablero; plataformas vacías.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Seguir el perfil de potencia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 10 en perforación, tap 15 en fusión y baño plano con arco cubierto, tap 14 en afino.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Proteger paneles y electrodos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Bajar tap con espuma baja o T de panel &gt; 60 °C; ante un colapso, subir electrodos y bajar tap.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en energía y tiempo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560 kWh/t (520–600), 42–44 min de arco y 1.3–1.6 kg/t de electrodo; registrar todo.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arco entrega hasta ≈ 119 MW. Cubierto, esa energía funde la carga; expuesto, perfora paneles y mete agua al horno. Energizar con alguien en la plataforma es una fatalidad. Cada error de perfil se paga en kWh/t, electrodo y minutos de tap-to-tap.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 alto solo con arco cubierto; nadie arriba con el interruptor cerrado.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C-07 diseña el perfil; S-01 lo ejecuta y lo vigila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fusión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 EAF / LF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define perfiles por receta, consignas de impedancia y límites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Selecciona perfil, energiza, vigila la regulación y atiende alarmas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desviaciones del perfil y operar con una fase en falla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 / 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Atienden fallas del interruptor, OLTC, regulación y medición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 lo que ve: colapso, arco expuesto, escoria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tap sube solo cuando el arco está cubierto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Permisivos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Agua, bóveda, 0°, llaves completas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Energizar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Plataformas vacías; “arco en 10 s”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Perforación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 10, arco corto, ≈ 2 min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Fusión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 15, ≈ 66 kA, arco cubierto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Baño plano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150 kWh/t; corriente estable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DRI + espuma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 15 solo con espuma; si no, 12–13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Afino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 14; T y O en ventana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Apagar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abierto → MO-EAF-07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límite es físico, ≈ 119 MW: el tiempo se gana con arco cubierto, no forzando el tap.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 alto solo con arco cubierto; nadie arriba con el interruptor cerrado.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Cuatro etapas de potencia hasta la ventana de vaciado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 Figura: eaf-perfil-potencia.svg.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eaf-perfil-potenc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2184"/>
            <a:ext cx="6766560" cy="47365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Perforación con tap 10 (≈ 1,000 V) y arco corto para proteger bóveda y paneles.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Fusión y baño plano con tap 15 (1,200 V), hasta ≈ 119 MW y ≈ 67 kA.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Afino con tap 14 (≈ 1,160 V). Tabla de taps ilustrativa [Validar con OEM].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560 kWh/t equivalen a ≈ 42–44 min de arco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 Figura: eaf-ciclo-colada.svg.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eaf-ciclo-col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5181"/>
            <a:ext cx="6766560" cy="4330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560 kWh/t × 150 t = 84 MWh por colada.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119 MW constantes serían 42 min; con perforación y afino abajo del límite, ≈ 44 min.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+15 kWh/t alarga el arco ≈ 1 min.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listos antes de cerrar el interruptor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Transformador del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Suministra potencia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140 MVA; secundario hasta 1,200 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 de aceite ni Buchholz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OLTC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el voltaje (tap)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 posiciones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Contador dentro de mantenimiento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Interruptor de vacío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Energiza y desenergiza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2–4 operaciones por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Contador y estado 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Regulación hidráulica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Posiciona los electrodos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 impedancia; servoválvulas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en rango; sin fugas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Conducen la corriente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610 mm UHP; niple 4TPI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Longitud; sin grietas (MO-EAF-08)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Medición eléctrica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 y registro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kA, V, MW, kWh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Lectura estable en las 3 fases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paneles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Detecta arco expuesto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T de salida &gt; 60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Energía, corriente y T de panel dicen si vas bien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Energía eléctrica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560 kWh/t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520–600 kWh/t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600 o &lt; 520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causas; reportar a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42–44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40–46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47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Registrar la causa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Potencia en baño plano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119 MW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112–119 MW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105 MW sostenido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espuma, tap, regulación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Corriente por fase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66–67 kA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58–67 kA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67 kA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Regulación reduce; bajar tap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Desbalance entre fases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0–10 %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10 % por &gt; 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electrodo y regulación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Cortocircuitos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2/min en perforación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impedancia y regulación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salida de panel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35–55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2 taps; mejorar espuma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Consumo de electrodo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1.4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1.3–1.6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1.7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roturas y oxidación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 caudal de agua &gt; 2 % alarma, &gt; 4 % disparo; presión del horno &gt; 0 Pa: no subir tap. Tabla de taps: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arriba con el interruptor cerrado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arriba con interruptor cerrado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 subida: interruptor abierto + llave cautiva por persona o LOTO completo. Sin todas las llaves en el tablero no cierra.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Disparo por agua: no se rearma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Disparo automático &gt; 4 %. No rearmar, no inclinar ni mover electrodos; evacuar a ≥ 25 m (MS-ACE-03).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Tap alto solo con arco cubierto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arco expuesto perfora paneles y mete agua. T de panel &gt; 60 °C: bajar tap y mejorar la espuma.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Ruido, radiación y campo magnético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&gt; 100 dB(A) y UV/IR: púlpito cerrado y EPP. Personal con implantes no entra a la zona de barras.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Púlpito: ropa ignífuga y calzado de seguridad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Piso: casco y careta con visor dorado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Chaqueta aluminizada frente a la puerta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Doble protección auditiva con arco encendido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multigás (CO 25/200 ppm)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e hidráulica: los puntos que se bloquean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 Figura: ms-loto-puntos-eaf.svg.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interruptor de AT (VCB) aísla el transformador de 140 MVA: abierto antes de subir.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Caja grupal: un candado personal y tarjeta por trabajador.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Electrodo que baja solo: hidráulica bloqueada y LOTO completo; no basta la llave cautiva.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cubierto: menos N, energía y electrodo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al final del afino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1,630 ± 15 °C según grado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 desechable (MO-EAF-06)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Sobre-T: refractario y N; baja: congela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Captura de 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Mínima; ≤ 50 ppm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Laboratorio, al vaciado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alto en bajo carbono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Energía por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560 kWh/t (520–600)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2, 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Costo; problema de escoria o DRI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Consumo de electrodo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1.3–1.6 kg/t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2, por turno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Costo; roturas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escoria espumosa cubre el arco: protege paneles y reduce la captura de 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Doce pasos; cuatro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permisivos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HMI: bóveda asentada, 0° ± 2°, agua, hidráulica, presión negativa, llaves cautivas completas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en verde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Selecciona el perfil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Perfil de la receta según el grado y el número de canastas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Perfil correcto en nivel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Energiza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CCTV y radio: plataformas vacías, llaves en el tablero; avisa “arco en 10 s”; cierra el interruptor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en las 3 fases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 10, regulación automática; vigila cortocircuitos y desbalance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Penetración en ≈ 2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 a fusión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 15 con arco cubierto por chatarra; quemadores en modo quemador (MO-EAF-05)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66 kA, ≈ 117 MW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colapsos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la corriente se dispara o cae de golpe: sube electrodos, baja tap y confirma integridad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rotura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Detecta baño plano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Corriente estable, baja el ruido, energía ≥ 150 kWh/t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Baño plano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Doce pasos; cuatro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Inicia DRI y espuma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Arranca MO-EAF-03 y MO-EAF-05; tap 15 solo si la espuma cubre el 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panel ≤ 60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tap por espuma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Espuma baja: tap 12–13 y corrige O₂/C; espuma estable: tap 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Afina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DRI detenido; tap 14; medición de T y O (MO-EAF-06)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y O en ventana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/ 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Apaga el 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el interruptor; sube electrodos a posición de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Interruptor abierto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kWh/t, minutos de arco, MW promedio, roturas y alarmas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disparo por agua: no se rearma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inestable, ruido alto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2 taps; corregir O₂/C; bajar la tasa de DRI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Colapso de chatarra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Subir electrodos, bajar tap; revisar electrodos y corriente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Rotura de electrodo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Abrir interruptor; el trozo en el baño se funde; columna corta: MO-EAF-08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Disparo por fuga de agua (&gt; 4 %)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rearmar; no inclinar ni mover electrodos; evacuar ≥ 25 m; MO-EAF-01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C-04, C-07, 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panel &gt; 60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tap; mejorar espuma; si no baja, aislar el panel con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Desbalance &gt; 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longitudes; fase a manual solo con autorización de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Disparo del interruptor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rearmar más de 1 vez sin revisar; S-20 investiga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Electrodo baja solo (deriva)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Abrir interruptor; bloquear hidráulica; LOTO completo, no basta la llave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 h / 60 coladas + simulador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 los permisivos; verifica llaves completas y plataformas vacías antes de energizar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Distingue llave cautiva de LOTO completo (MS-ACE-02 §6.4)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Explica por qué el tap alto solo se usa con arco cubierto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 a un colapso de chatarra sin romper electrodos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rearma tras un disparo por fuga de agua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 la T de panel y reacciona antes de 60 °C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h / 60 coladas + simulador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MO-EAF-04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la potencia activa máxima que da el transformador?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≈ 100 MW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≈ 119 MW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≈ 140 MW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¿Cuándo se usa el tap 15 (1,200 V)?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Siempre, para fundir más rápido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Solo con el arco cubierto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Solo en la perforación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 de salida de un panel sube a 62 °C.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Subir tap para terminar antes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Bajar 2 taps y mejorar la espuma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Seguir; es normal en baño plano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Hay disparo por fuga de agua (&gt; 4 %).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Rearmar y seguir con tap bajo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rearmar ni inclinar; evacuar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Inclinar para sacar el agua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la energía eléctrica objetivo por colada?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360 kWh/t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560 kWh/t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760 kWh/t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fusión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arriba con el interruptor cerrado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Llave cautiva por persona o LOTO completo; plataformas vacías antes de energizar.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Disparo por agua: no se rearma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inclinar ni mover electrodos; evacuar a ≥ 25 m hasta que C-05 y C-07 autoricen.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 alto solo con arco cubierto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Espuma baja o panel &gt; 60 °C: bajar tap.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solo rearme sin revisión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el interruptor vuelve a disparar, S-20 investiga antes de energizar.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MO-EAF-04 — Fusión: perfil de potencia y regulación de electrodos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2026-09-25T20:02:40Z</dcterms:created>
  <dcterms:modified xsi:type="dcterms:W3CDTF">2026-09-25T20:02:40Z</dcterms:modified>
</cp:coreProperties>
</file>