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Nadie entra sin permiso, sin medir O₂ → LEL → tóxicos, sin vigía afuera y sin rescate listo. Principio rector: Sin permiso, medición, vigía y rescate listo, nadie entra. El vigía nunca entra.
PUNTOS A CERRAR: Presentar a los participantes, el objetivo y la ruta de certificación (teoría → OJT → evaluación práctica).
[POR CONFIRMAR] Tiempo de ventilación ≥ 15 min, renovaciones ≥ 20/h y altura de trípode &gt; 1.5 m (supuestos) · Tiempo de llegada del rescate ≤ 10 min y frecuencia de simulacros (supuestos) · Límites de CO, H₂S y LEL con la NOM-010 y NOM-033 vigentes (SSO)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NOM-033 y NOM-010 [Verificar con la NOM vigente / SSO]. ≤ 1 % de lectura [Supuesto conservador]. En fosas y silos, mide cada 1.2 m de profundidad.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O₂, LEL, tóxicos — O₂ primero: un O₂ bajo invalida el sensor de LEL y es el peligro más rápido.
2) b) &lt; 10 % LEL — Entrada con &lt; 10 % LEL. El 0 % detectable (≤ 1 %) se exige solo para trabajo en caliente.
3) b) Alarma, brigada y malacate desde afuera — El vigía nunca entra: más de la mitad de las víctimas son rescatistas improvisados.
4) b) Desplaza el O₂ y asfixia — Con O₂ &lt; 10 % bastan 1–2 respiraciones. Brida ciega o desconexión y tapa + LOTO.
5) b) Salgo de inmediato — CO ≥ 25 ppm: salir, ventilar y no reingresar hasta &lt; 25 ppm.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Tiempo de ventilación ≥ 15 min, renovaciones ≥ 20/h y altura de trípode &gt; 1.5 m (supuestos) · Tiempo de llegada del rescate ≤ 10 min y frecuencia de simulacros (supuestos) · Límites de CO, H₂S y LEL con la NOM-010 y NOM-033 vigentes (SSO)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SEGURIDAD · MS-ACE-05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Espacios confinados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entra sin permiso, sin medir O₂ → LEL → tóxicos, sin vigía afuera y sin rescate listo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CRS-02 (entrantes)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entradas supervisadas en OJT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Análisis de riesgo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y brida ciega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Ventilar con aire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O₂, LEL, CO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Vigía y rescate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Entrar y monitorear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Entrantes (S-03 · S-08 · S-15 · S-19 · S-23 · S-24 · contratistas) · vigías · medidores (S-21 / C-16) · emisores (C-04 · C-11 · C-15) · brigada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entras y sales sin víctimas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Identificar el espacio y su peligro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Argón en ollas, CO en ductos y casa de bolsas, O₂ bajo en silos de DRI, sepultamiento en tolvas.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Aislar y ventilar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con aislamiento positivo de Ar, N₂, O₂ y gas natural; ventilar con aire, nunca con oxígeno.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en orden y en tres alturas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O₂ → LEL → tóxicos, desde afuera, arriba, en medio y abajo; entrar con O₂ 19.5–23.5 %, &lt; 10 % LEL, CO &lt; 25 ppm.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Vigilar y rescatar sin entrar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Vigía dedicado afuera, comunicación cada 5 min, rescate en ≤ 10 min con malacate y ERA.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la Acería los espacios confinados matan por atmósfera invisible: el argón del tapón poroso desplaza el oxígeno y con O₂ &lt; 10 % bastan 1–2 respiraciones. Más de la mitad de las víctimas son rescatistas improvisados. Por eso el vigía nunca entra.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permiso, medición, vigía y rescate listo, nadie entra. El vigía nunca entra.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vigía se queda afuera: nunca entra a rescatar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espacio confinado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Especialista de Seguridad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inventario; aprueba el análisis de riesgo; audita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 (C-04 / C-11 / C-15)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Emite el permiso; verifica LOTO, mediciones, vigía y rescate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Medidor (S-21 o C-16)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la atmósfera en el orden y las alturas definidas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Vigía certificado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 queda afuera todo el tiempo; registra entradas; activa rescate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Entrantes y contratistas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Usan detector personal; salen al primer aviso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Brigada de rescate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Rescate con equipo en ≤ 10 min [Supuesto]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 Especialista de Refractarios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Criterios de enfriamiento y estabilidad del refractario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medición en rango y rescate listo, nadie entra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Análisis y permiso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Peligros específicos; NOM-033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Aislar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+ brida ciega en Ar, N₂, O₂, GN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Ventilar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aire ≥ 15 min [Supuesto]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afuera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O₂ → LEL → tóxicos, en 3 alturas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Vigía y rescate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Rescate listo, radio probada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personal encendido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Monitorear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Radio cada 5 min; remedir cada 30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Salir y cerrar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Conteo de personas; permiso cerrado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una lectura sale de rango, no se entra: se ventila más y se vuelve a medir.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permiso, medición, vigía y rescate listo, nadie entra. El vigía nunca entra.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detector va a ≤ 30 cm de la nariz y la boca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 Figura: ms-epp-acería.svg.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s-epp-acerí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417320"/>
            <a:ext cx="60579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fila de mantenimiento en frío y espacio confinado indica el EPP de entrada.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detector personal va a ≤ 30 cm de la nariz y la boca.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Respirador P100 para polvo de refractario o de casa de bolsas.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argón del tapón poroso se desconecta antes de entrar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 Figura: olla-corte-valvula-tapon.svg.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olla-corte-valvula-tap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79" y="1417320"/>
            <a:ext cx="6549081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tapón poroso inyecta argón por el fondo de la olla.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argón es más pesado que el aire: se acumula abajo, sin olor ni aviso.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desconecta la manguera del tapón y se tapa la línea antes de entrar.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probado y trípode montado antes de entrar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multigás con bomba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Medición previa desde afuera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O₂, LEL, CO, H₂S; manguera ≥ 3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Bump test el mismo día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personal 4 gases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Monitoreo continuo del entrante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audible, visual y vibración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Bump test; batería ≥ 12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Ventilador con manga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Renueva la atmósfera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Aire limpio; ≥ 20 renov./h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Probado; manga sin roturas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Trípode, malacate y retráctil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Rescate vertical sin entrar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Acceso vertical &gt; 1.5 m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antes de uso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Arnés de cuerpo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Extracción del entrante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visual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30 min de autonomía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Cilindro ≥ 90 %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Bridas ciegas e iluminación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Aislar gases; iluminar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Iluminación ≤ 24 V [Verificar NOM-033]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Registradas en el permiso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O₂, LEL y CO deciden si se entra, se sale o se evacua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77490"/>
                <a:gridCol w="2777490"/>
                <a:gridCol w="2777490"/>
                <a:gridCol w="277749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Para entrar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Evacuar el sector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Oxígeno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19.5–23.5 %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19.5 % o &gt; 23.5 %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Inflamables (LEL)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10 % LEL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10 % LEL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20 % LEL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LEL en trabajo en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0 % detectable (≤ 1 %)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1 % de lectura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25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25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200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H₂S [Verificar]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Remedición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30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30 min o pausa &gt; 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Comunicación vigía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respuesta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Activar rescate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Llegada del rescate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min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10 min: sin permiso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NOM-033 y NOM-010 [Verificar con la NOM vigente / SSO]. ≤ 1 % de lectura [Supuesto conservador]. En fosas y silos, mide cada 1.2 m de profundidad.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Atmósfera invisible: argón, CO y O₂ bajo matan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Aislamiento positivo de gases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Brida ciega o desconexión de Ar, N₂, O₂ y gas natural + LOTO. En ollas: manguera del tapón poroso desconectada y tapada.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Medición en orden y alturas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O₂ primero, LEL después, tóxicos al final; arriba, en medio y abajo, desde afuera; cada lectura en el permiso.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Vigía dedicado afuera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Controla entradas, confirma comunicación cada 5 min, ordena la salida y activa el rescate. Nunca entra.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Rescate listo antes de entrar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Trípode y malacate montados, ERA disponible, brigada avisada con llegada ≤ 10 min. Si no, no hay permiso.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con barbiquejo, lentes, botas y guantes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FR o algodón y 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Arnés de cuerpo completo si hay acceso vertical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personal de 4 gases a ≤ 30 cm de la boca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Respirador P100 para polvo; ERA para rescate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gas: sal, avisa y el rescate va con ERA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 Figura: ms-emergencia-arbol-decision.svg.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emergencia-arbol-deci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 ≥ 25 ppm: sal; CO ≥ 200 ppm: evacúa el sector.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O₂ fuera de 19.5–23.5 %: no entres; sal por la ruta.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Reingreso solo de la brigada con ERA y medición continua.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permiso cerrado deja la olla limpia y con argón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se controla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 de entrada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Análisis, lecturas, entradas y cierre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entrada; máximo 1 turno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Entrada sin control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Bump test y calibración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responde en 4 celdas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Diario; calibración vigente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Lectura falsa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Inventario de espacios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Completo y señalizado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Espacio no reconocido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Simulacro de rescate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Rescate en ≤ 10 min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 por cuadrilla al año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Rescate tardío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Argón reconectado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100–200 NL/min (MM-OLL-01)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flujo antes del ciclo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Inclusiones, S alto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Limpieza de olla o distribuidor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Cero objetos extraños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final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Obstrucción de buza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Antes de cerrar el permiso se cuentan personas y herramientas: nada ni nadie se queda adentro.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Doce pasos; diez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Identifica espacio y peligros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Consulta el inventario; análisis de riesgo con Ar, CO, O₂ bajo, calor, sepultamiento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Análisis firmado por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Aísla energías y gases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LOTO + brida ciega o desconexión de Ar/N₂/O₂/GN; en ollas desconecta y tapa el tapón poroso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Aislamiento positivo anotado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S-19/S-22/S-20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Ventila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Ventilación forzada con aire limpio ≥ 15 min antes de medir [Supuesto]; nunca con oxígeno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Ventilador operando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el detector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Bump test con gas de prueba; verifica la fecha de calibración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Responden las 4 celdas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desde afuera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 → LEL → CO/H₂S; arriba, en medio y abajo; espera el tiempo de respuesta en cada punto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Lecturas 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el rescate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Trípode y malacate montados; ERA disponible; brigada avisada con llegada ≤ 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Rescate listo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Emisor/brigada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Posiciona al vigía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Vigía en el acceso con lista de entrantes, radio y detector; sin otra tarea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Vigía dedicado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Doce pasos; diez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 y entra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 firma; cada entrante firma y lleva el detector encendido en la zona respiratoria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de entradas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Entrantes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Monitorea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continuo; radio cada 5 min; remedición cada 30 min y tras pausas &gt; 15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 al primer aviso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Alarma, mareo, dolor de cabeza, orden del vigía o cambio de condición: sal sin terminar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Salida inmediata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Entrantes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Rescata sin entrar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alguien no sale o no responde: alarma, brigada, extracción con malacate desde afuera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víctimas adicionales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Vigía, brigada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Cuenta a las personas; retira herramientas; cierra el permiso; retira el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 cerrado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primer aviso se sale; el rescate se hace de afuera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 &lt; 19.5 %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Salir; revisar aislamiento de Ar/N₂; ventilar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C-16, emisor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 &gt; 23.5 %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Salir; nada de chispas; aislar O₂; ventilar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 ≥ 25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Salir; ventilar; no reingresar hasta &lt; 25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 ≥ 200 ppm o ≥ 20 % LEL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Evacuar el sector; corte de gas por ESD; solo brigada con 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10 % LEL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Salir; eliminar ignición; aislar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LEL &gt; 1 % en trabajo en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 el trabajo en caliente; ventilar; volver a medir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Entrante no responde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Alarma; malacate desde afuera; brigada con 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médico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falla o batería baja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Salir; sustituir el detector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Entrante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entradas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Vigía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vigilancias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Medidor autorizado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mediciones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 (C-04, C-11, C-15)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permisos con tutor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Brigada de rescate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 + ERA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simulacros al año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Aísla el argón del tapón poroso antes de entrar a una olla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Mide en el orden O₂ → LEL → tóxicos y en tres alturas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Aplica límites: O₂ 19.5–23.5 %, CO &lt; 25 ppm; entra &lt; 10 % LEL, caliente ≤ 1 %, evacúa ≥ 20 %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Confirma rescate listo (≤ 10 min), aislamiento positivo y vigía dedicado antes de entrar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vigía permanece afuera y activa el rescate sin entrar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Sale al primer aviso sin terminar la tarea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entradas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MS-ACE-05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¿En qué orden se mide la atmósfera antes de entrar?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CO, LEL, O₂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O₂, LEL, tóxicos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LEL, O₂, CO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qué lectura de LEL se permite entrar (sin trabajo en caliente)?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0 % exacto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&lt; 10 % LEL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&lt; 20 % LEL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 compañero no responde dentro de la olla. Eres el vigía. ¿Qué haces?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Entro a sacarlo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Alarma, brigada y malacate desde afuera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Espero 10 min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¿Por qué se desconecta la línea de argón antes de entrar a una olla?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Para ahorrar gas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Desplaza el O₂ y asfixia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Porque es inflamable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 detector personal marca CO 30 ppm. ¿Qué haces?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Termino la tarea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Salgo de inmediato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Abro el ventilador y sigo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espacio confinado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permiso, medición, vigía y rescate: no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Los cuatro, antes de que la primera persona entre.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vigía nunca entra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Rescate desde afuera con malacate; adentro solo la brigada con ERA.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Ventila con aire, nunca con oxígeno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O₂ &gt; 23.5 % hace arder la ropa de forma violenta.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primer aviso, sal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Alarma, malestar u orden del vigía: sal sin terminar la tarea.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MS-ACE-05 — Espacios confinados: ollas, distribuidores, fosas, ductos y casa de bolsas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2026-09-25T20:02:42Z</dcterms:created>
  <dcterms:modified xsi:type="dcterms:W3CDTF">2026-09-25T20:02:42Z</dcterms:modified>
</cp:coreProperties>
</file>