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Nadie en zona roja sin autorización, sin EPP aluminizado seco y sin ruta de escape libre. Principio rector: Si hay una persona no esencial en zona roja, no se vacía, no se traslada y no se arranca.
PUNTOS A CERRAR: Presentar a los participantes, el objetivo y la ruta de certificación (teoría → OJT → evaluación práctica).
[POR CONFIRMAR] Distancias de exclusión por operación: estudio de la nave con C-16 / SSO · Nivel de la sirena (≥ 10 dB(A) sobre el fondo) y francobordo de olla (supuestos) · Capacidad de la fosa de emergencia con Ingeniería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Distancias de exclusión: [Supuesto — Validar con C-16 / SSO mediante un estudio de la nave]. Francobordo de olla ≥ 400 mm [Supuesto].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≤ 10 m — Roja ≤ 10 m de la olla y del EBT, fosa incluida; amarilla de 10 a 25 m.
2) b) 30 s — Aviso ≥ 30 s (objetivo 60 s). Con menos de 30 s no se inicia y se repite el aviso.
3) b) Lo cambio antes de entrar — El EPP húmedo produce quemadura por vapor. Húmedo, roto o con grasa: no entra a roja.
4) b) Evacúo a ≥ 25 m y aviso — Es perforación inminente: evacuar ruta y zona ≥ 25 m; la grúa lleva la olla a la fosa seca.
5) a) 2 min — ≤ 2 min por intervención; después salir, recuperar y relevo (MS-ACE-08).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Distancias de exclusión por operación: estudio de la nave con C-16 / SSO · Nivel de la sirena (≥ 10 dB(A) sobre el fondo) y francobordo de olla (supuestos) · Capacidad de la fosa de emergencia con Ingeniería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SEGURIDAD · MS-ACE-01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Metal líquido y zonas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zona roja sin autorización, sin EPP aluminizado seco y sin ruta de escape libre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CRS-08 (operadores)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+ 20 eventos supervisados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30 s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 llegar a refugio o verde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Zonas y refugios OK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Sirena y CCTV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seco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Zona roja vacía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Aviso ≥ 30 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Operar protegido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S-01 · S-02 · S-03 · S-06 · S-07 · S-09 · S-11 · S-12 · S-13 · S-14 · C-04 · C-05 · C-06 · contratistas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operas sin nadie expuesto en zona roja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Reconocer las tres zonas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Roja: solo personal esencial con EPP aluminizado. Amarilla: autorizado tras barrera. Verde: tránsito con EPP básico.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Aplicar las distancias por operación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Vaciado roja ≤ 10 m y amarilla 10–25 m; ruta de olla ± 5 / ± 15 m; arranque de CC ≤ 10 / 20 m.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Preparar el evento sin exponer a nadie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Barreras, zona roja vacía (visual + CCTV), sirena y semáforo ≥ 30 s antes; ruta de escape libre.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Reaccionar a tiempo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Máximo 2 min en roja por intervención; ante perforación, fuga o ebullición, a refugio o verde en ≤ 30 s.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acero líquido está a ≈ 1,630 °C y una olla llena pesa más de 200 t. Una salpicadura, una olla perforada o una olla que cae alcanzan a quien está cerca. La única protección segura es no estar ahí: zona roja vacía, EPP aluminizado seco y ruta de escape libre.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una persona no esencial en zona roja, no se vacía, no se traslada y no se arranca.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C-16 fija las zonas; cada operador las hace cumplir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con el metal líquido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C-16 Especialista de Seguridad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 del estándar; define zonas y distancias; audita (VCC)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 Jefe de Turno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Hace cumplir las zonas; autoriza excepciones por escrito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 Supervisores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Verifican barreras, EPP y personal esencial antes de cada evento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S-12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Anuncian, activan sirena y semáforo; no inician con personas en roja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 / S-03 / S-06 / S-07 / S-11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Muestreo, temperatura y adiciones en roja con EPP completo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 solo por la ruta marcada; detiene si alguien cruza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/ S-14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Únicos en roja de CC durante el arranque, con S-12 y C-06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 el personal y contratistas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Respetan las zonas; ejercen el derecho a detener el trabajo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zona roja se verifica antes de mover el metal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Revisar zonas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Marcas, barreras, R1–R4, fosa seca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avisos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Sirena, semáforo y CCTV en púlpito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seco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roturas, humedad ni grasa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Barreras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Accesos cerrados con letrero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Roja vacía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Visual + CCTV; si hay alguien, no inicia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Aviso ≥ 30 s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Radio, sirena y semáforo rojo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Operar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Posición protegida, escape libre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Cerrar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Semáforo verde, retiro y registro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Seis de los ocho pasos ocurren antes de mover el metal: la seguridad se asegura en la preparación.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hay una persona no esencial en zona roja, no se vacía, no se traslada y no se arranca.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zona cambia según la operación que se ejecuta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 Figura: ms-zonas-exclusion-nave.svg.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s-zonas-exclusion-n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292" y="1417320"/>
            <a:ext cx="563525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roja es el alcance posible de una salpicadura, un derrame o la caída de una olla.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Las distancias cambian por operación: vaciado, ruta de olla, arranque de CC, escoria.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Refugios R1–R4 y púlpitos a ≤ 30 s a pie desde cualquier punto de la zona roja.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Distancias [Supuesto — Validar con C-16 / estudio de la nave].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sirena, semáforo o refugio libre no se opera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Barreras físicas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Delimitan la zona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Visibles a 25 m; cierre en cada acceso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Colocadas antes del evento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Semáforo y sirena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Avisan el inicio del evento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10 dB(A) sobre el fondo [Supuesto]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al inicio de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Refugios R1–R4 y púlpitos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Protegen ante salpicadura o derrame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≤ 30 s a pie desde la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Libres, señalizados, iluminados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Fosa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Recibe el acero de olla perforada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Seca; ≥ 1 olla [Validar con Ingeniería]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 y libre por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CCTV de vaciado y torreta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Vigilancia sin exponer personas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Vista de EBT, carro y torreta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Imagen en púlpito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EPP aluminizado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Protege de calor y salpicadura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ISO 11612 [Verificar con proveedor]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Seco, sin roturas ni grasa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Arena seca y lanzas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Contener derrames; medir a distancia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Arena bajo techo; lanza ≥ 1.5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Secas; nivel de arena ≥ 50 %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Distancias y tiempos definen quién puede estar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77490"/>
                <a:gridCol w="2777490"/>
                <a:gridCol w="2777490"/>
                <a:gridCol w="277749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Operación / límite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roja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 amarilla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roja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Vaciado por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 de olla y EBT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10–25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a pie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Canasta sobre talón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15 m del horno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15–30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Nadie; señalero en refugio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Muestreo / temperatura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 de la puerta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5–15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Ejecutor a ≥ 1.5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Olla en grúa o carro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Ruta ± 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5–15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bajo ni junto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Arranque de CC1/CC2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10 m; bajo la máquina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10–20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S-13, S-14,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Volteo de olla de escoria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15 m del volteo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15–30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a pie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antes del evento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30 s (objetivo 60)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iniciar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Permanencia en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 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Salir y relevo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Distancias de exclusión: [Supuesto — Validar con C-16 / SSO mediante un estudio de la nave]. Francobordo de olla ≥ 400 mm [Supuesto].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Salpicadura, perforación y volteo: riesgos que matan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Zona roja sin personas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Mando remoto desde púlpito; verificación visual + CCTV; lista de vaciado firmada antes de iniciar.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Ruta de olla libre y fosa seca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ni junto a la ruta; fosa de emergencia seca; vida de refractario de olla 60–80 coladas.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Grúa con doble freno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de frenos por turno (MS-ACE-04); nadie bajo la carga; holgura ≥ 1 m sobre obstáculos.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EPP aluminizado seco y tiempo limitado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húmedo, roto o con grasa no entra a roja. Máximo 2 min por intervención; relevo (MS-ACE-08).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 con careta de visor dorado y capucha aluminizada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Chaquetón, guantes y polainas aluminizados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FR o 100 % algodón; prohibido lo sintético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metatarsales de liberación rápida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 y detector personal CO/O₂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de zona roja: completo, seco e íntegro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 Figura: ms-epp-acería.svg.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epp-acerí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1417320"/>
            <a:ext cx="6057900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roja todo el EPP aluminizado es obligatorio.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ropa sintética se funde sobre la piel: está prohibida.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 EPP húmedo produce quemadura por vapor: se cambia antes de entrar.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Temperatura y refractario controlan la perforación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se controla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de inicio de turno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Zonas, R1–R4 y fosa seca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 C-05 / C-06 cada turno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se inicia el evento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Hora de aviso, personal en roja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vaciado o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Evento sin evidencia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de EPP aluminizado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Seco e íntegro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por turno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EPP fuera de servicio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Autorización de ingreso a roja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Escrita, firmada por C-04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ingreso no esencial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Ingreso no autorizado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Refractario de olla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60–80 coladas; sin puntos calientes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de ollas (C-15) cada ciclo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Riesgo de perforación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VCC de C-16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Controles críticos presentes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Mensual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correctiva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Temperatura de vaciado &gt; 1,660 °C aumenta el riesgo de perforación de olla: avisar a C-07.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once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zonas al iniciar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Recorre la nave con la figura: marcas visibles, barreras completas, refugios R1–R4 libres, fosa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sirena, semáforo, CCTV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Activa sirena y semáforo 5 s; confirma imagen del EBT y de la torreta en púlpito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Audible en toda la amarilla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tu EPP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Costuras, capa aluminizada, visor y cierres; confirma que está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roturas, humedad ni grasa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Esenciales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Confirma el personal esencial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Nombra por radio quién estará en roja, solo los permitidos por operación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Lista de nombres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barreras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accesos con cadena y letrero ZONA ROJA — METAL LÍQUIDO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Accesos cerrados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S-03 /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la roja vacía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 directa + CCTV. Si alguien está: no inicias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Roja vacía (salvo esenciales)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S-01/S-12/S-09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Anuncia y espera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Radio: evento en 60 segundos. Sirena y semáforo rojo; espera ≥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Aviso ≥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Trece pasos; once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 desde posición protegida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Púlpito o posición marcada; ruta de escape a la espalda y libre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 protegido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Muestrea o mide temperatura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 lado a la puerta, a ≥ 1.5 m; lanza seca y precalentada; máximo 2 min en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exposición prolongada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S-02/S-06/S-11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Traslada la olla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por ruta pintada, altura mínima con ≥ 1 m de holgura; detente si alguien cruza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bajo la ruta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 la CC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Solo S-12, S-13, S-14 y C-06 en roja; nadie bajo la máquina hasta que C-06 libere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personal no esencial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condiciones anormales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rojo en coraza, humo en válvula, vapor, chispeo o ruido de ebullición: responde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Respuesta ≤ 30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el evento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Semáforo a verde, retira barreras temporales, registra hora y anomalías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Ante un punto rojo o humo: evacua a ≥ 25 m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Persona no autorizada en roja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o no inicies; retírala; repite la verificación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rojo o humo en la coraza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Evacúa ruta y zona ≥ 25 m; la grúa lleva la olla a la fosa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por la válvula deslizante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te acerques; olla a la fosa o a posición segura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S-08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Ebullición o salpicadura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el vaciado desde el púlpito si es posible; evacúa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C-05, C-07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Sirena o semáforo sin funcionar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vacíes ni arranques; viva voz + radio solo con autorización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EPP húmedo o dañado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entres a roja; cámbialo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C-05 /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Refugio bloqueado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antes del evento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S-02, S-03, S-06, S-07, S-11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+ 20 muestreos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S-01, S-12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+ 20 eventos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S-09 Grúa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CRS-05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+ 30 traslados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S-13, S-14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+ 10 arranques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C-04, C-05, C-06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eventos + simulacro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Contratistas y visitantes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h (TD-P08)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 el EPP aluminizado y rechaza el húmedo o dañado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que la zona roja está vacía antes de iniciar (visual + CCTV)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Anuncia y espera ≥ 30 s con sirena y semáforo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Trabaja desde la posición protegida con la ruta de escape libre y ≤ 2 min en roja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Traslada la olla solo por la ruta pintada, con ≥ 1 m de holgura, y se detiene si alguien cruza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Reconoce las señales de perforación de olla y reacciona en ≤ 30 s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40 h + 20 muestreos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MS-ACE-01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distancia define la zona roja durante el vaciado por EBT?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5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10 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≤ 25 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 tiempo mínimo de aviso con sirena y semáforo antes del evento?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30 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 min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 chaquetón aluminizado está húmedo.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Entro rápido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Lo cambio antes de entrar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Me pongo otro encima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Ves un punto rojo en la coraza de una olla llena. ¿Qué haces?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Me acerco a revisar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Evacúo a ≥ 25 m y aviso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Echo agua para enfriar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¿Cuánto tiempo máximo continuo en zona roja por intervención?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2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5 min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10 min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metal líquido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seguridad (pendientes: técnica,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Respeta la zona roja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Solo personal esencial, con EPP aluminizado seco y ruta de escape libre.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bajo una olla ni en su ruta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Ruta de olla: roja ± 5 m, amarilla ± 15 m.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aviso de 30 s no hay evento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Sirena y semáforo funcionando; si fallan, no se vacía ni se arranca.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Cualquiera puede detener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ves a una persona en roja, detén el trabajo. Nadie es sancionado por detener.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MS-ACE-01 — Metal líquido: zonas de exclusión, EPP aluminizado y distancias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2026-09-25T19:42:31Z</dcterms:created>
  <dcterms:modified xsi:type="dcterms:W3CDTF">2026-09-25T19:42:31Z</dcterms:modified>
</cp:coreProperties>
</file>