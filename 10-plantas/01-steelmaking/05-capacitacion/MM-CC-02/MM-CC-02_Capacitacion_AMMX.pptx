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Gap en tabla ±0.5 mm, línea alineada al radio y rodillos que giran libres, sin nadie bajo la carga. Principio rector: Sin gap checker aprobado no se arranca la colada.
PUNTOS A CERRAR: Presentar a los participantes, el objetivo y la ruta de certificación (teoría → OJT → evaluación práctica).
[POR CONFIRMAR] Pesos de segmentos, runout, juego axial y torques con el OEM · Exactitud y velocidad del gap checker · Vida de segmentos por tonelaje y frecuencia semanal de la corrida (supuesto)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
[POR CONFIRMAR] Especificaciones marcadas en la tabla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Pesos, runout, juego axial, torques, velocidad del gap checker (típ. ≤ 1 m/min) y vida de segmentos: [Validar con OEM / Ingeniería de Mantenimiento].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±0.5 mm — El gap se compara con la tabla de conicidad de C-08 con tolerancia ±0.5 mm.
2) b) No colar hasta liberarlo o cambiarlo — Un rodillo trabado en los segmentos 0–3 impide colar: es la zona de mayor carga térmica.
3) b) Despejar la línea y contar al personal — Nadie en la cámara de rociado ni en plataformas; aviso por radio y recuento de personal.
4) a) Abultamiento y segregación central — Gap abierto: bulging, segregación central y grietas internas. Gap cerrado: grietas por compresión.
5) a) 0.2 mm — Objetivo ≤ 0.1 mm, tolerancia ≤ 0.2 mm; arriba de 0.3 mm se cambia el rodillo.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Pesos de segmentos, runout, juego axial y torques con el OEM · Exactitud y velocidad del gap checker · Vida de segmentos por tonelaje y frecuencia semanal de la corrida (supuesto)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MANTENIMIENTO · MM-CC-02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Segmentos y alineación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en tabla ±0.5 mm, línea alineada al radio y rodillos que giran libres, sin nadie bajo la carga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(S-25 Taller)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3 reconst. + 2 alineac.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Hoja de taller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Máquina vacía y LOTO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segmento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Alinear con plantilla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checker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Liberación firmada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S-25 Mecánico de Taller · S-19 Mecánico · S-21 Instrumentista · S-22 · S-20 · S-26 Lubricador · operador de grúa de CC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dejas la línea en gap y alineada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Aislar siete energías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Motores, cilindros de apriete, agua secundaria e interna, aire, lubricación y barra falsa; energía cero probada.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 el segmento sin riesgo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Viga o carro de cambio OEM, prueba de levante a 100 mm y nadie a ± 5 m de la proyección de la carga.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Alinear con plantilla de arco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Rodillos de transición a ±0.5 mm (objetivo ≤ 0.3) con plantilla R 9.5 m (CC1) o R 9 m (CC2).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Correr el gap checker y liberar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despejada y recuento; gap ±0.5 mm, 100 % rodillos giran y boquillas ≤ 2 % tapadas por zona.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cáscara sale del molde delgada y la línea de rodillos la sostiene 32 m. Un gap abierto la deja abultarse y segrega el centro; uno cerrado o una desalineación la agrieta por dentro. Además, cada segmento pesa 20–40 t y la barra falsa se mueve durante la corrida.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gap checker aprobado no se arranca la colada.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C-11 es dueño; C-08 da la tabla de gap del grado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segmentos y guías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 Supervisor de Mantenimiento Mecánico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Dueño; programa de segmentos y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 Mecánico de Taller de Segmentos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Reconstrucción, gap en banco y prueba de boquillas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Cambio en máquina, alineación y conexiones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/ S-20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Cilindros de apriete y acumuladores; motores y LOTO eléctrico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checker y transductores de posición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S-26 Lubricador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Sistema de lubricación aire-aceite o grasa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CC (50 t)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Iza el segmento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la máquina vacía y firma la liberación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 (operación)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gap checker decide: ajustar o cambiar segmento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307592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Paro programado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CC1 vacía; barra falsa estacionada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783080" y="1691640"/>
            <a:ext cx="1307592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9476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checker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Segmento 0 → 14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017520" y="1691640"/>
            <a:ext cx="1307592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1821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Decidir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En tabla, ajustar o cambiar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251960" y="1691640"/>
            <a:ext cx="1307592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4165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energías y energía cero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48640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65099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Cambiar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53212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Viga o carro OEM; torque en secuencia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720840" y="1691640"/>
            <a:ext cx="1307592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88543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Alinear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Plantilla de arco ±0.5 mm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955280" y="1691640"/>
            <a:ext cx="1307592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1987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Nueva corrida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despejada; gap y rotación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9189720" y="1691640"/>
            <a:ext cx="1307592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5431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Boquillas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2 % tapadas por zona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10424160" y="1691640"/>
            <a:ext cx="1307592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588752" y="1691640"/>
            <a:ext cx="97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Liberar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10469880" y="2441448"/>
            <a:ext cx="1143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 C-11 y C-06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Todo cambio o ajuste termina con una corrida nueva del gap checker; sin reporte no hay liberación.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gap checker aprobado no se arranca la colada.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±0.5 mm y alineación ≤ 0.3 mm con plantilla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Figura: mm-segmento-gap-alineacion.svg.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mm-segmento-gap-alineac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29" y="1417320"/>
            <a:ext cx="6646382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gap checker, tirado por la barra falsa, mide gap, rotación de rodillos, inclinación y presión de boquillas.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lado fijo (radio exterior) es la referencia; el gap se compara con la tabla del grado y sección.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plantilla de arco se apoya en 2 rodillos de referencia; una laina de 0.6 mm ya está fuera de tolerancia.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Diez equipos sostienen y miden la geometría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Segmentos CC1 (0–14)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Soportar y guiar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20–40 t [Validar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en tabla 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Rodillos enfriados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Contacto con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Diámetro por segmento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Runout ≤ 0.2; desgaste ≤ 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Rodamientos y chumaceras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Apoyo de rodillos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Lubricación aire-aceite o grasa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Juego axial ≤ 0.3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Cilindros de apriete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Fijar el gap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Hidráulicos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fuga; presión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Boquillas aire–agua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Secundario (10 zonas CC1)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Ángulo y caudal por tipo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Patrón completo en banco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checker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Medir gap, rotación y boquillas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±0.05 mm [Validar]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 en bloque patrón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de arco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alineación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 9.5 m (CC1) / R 9 m (CC2)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Certificado de metrología vigente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Rodillo trabado en segmentos 0–3: no se cuela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Tolerancia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Límite / rechazo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Frecuencia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por segmento CC1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paro y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lado izq. vs. der.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entre segmentos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Tras cambio; trimestral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 → segmento 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±0.3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cambio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Runout de rodillo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0.2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0.3 mm: cambiar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reconstrucción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Desgaste de diámetro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reconstrucción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Rodillo trabado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1 en seg. 0–3: no colar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Boquillas tapadas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2 % por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5 % en una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Cada paro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Pesos, runout, juego axial, torques, velocidad del gap checker (típ. ≤ 1 m/min) y vida de segmentos: [Validar con OEM / Ingeniería de Mantenimiento].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Segmentos de 20–40 t y barra falsa en movimiento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de siete energías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Motores (propios y vecinos), apriete con acumuladores a 0 bar, agua secundaria e interna, aire, lubricación y barra falsa bloqueada.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Prueba de energía cero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Intento de girar rodillos y mover la barra falsa rechazado; manómetros de agua, aire e hidráulica en 0 bar.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Izaje del segmento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Viga o carro de cambio OEM, prueba de levante a 100 mm; nadie bajo la carga ni a ± 5 m (MS-ACE-04).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Cámara de rociado y barra falsa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Confinado: O₂ 19.5–23.5 %, CO &lt; 25 ppm, &lt; 10 % LEL. En la corrida nadie en la cámara; recuento por radio.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ropa FR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Guantes anticorte y botas metatarsales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Protección auditiva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Cámara de rociado: impermeable y detector de gases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en altura (NOM-009)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Segmentos: 0 bar, rodillos calzados y barra falsa fija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HPU de segmentos y extractores a 0 bar; rodillos abiertos y calzados antes de cambiar segmento.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Barra falsa estacionada y con pasador: guarda energía por gravedad.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secundaria con válvulas de zona cerradas, bloqueadas y purgadas a 0 bar.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abierto es abultamiento y segregación central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por segmento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±0.5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checker, cada paro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Abultamiento, segregación, grietas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±0.5 mm (objetivo ≤ 0.3)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de arco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internas y de esquina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Rotación de rodillos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100 % giran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checker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Rayas, marcas, abultamiento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Boquillas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2 % tapadas por zona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 máquina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superficiales e internas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Alineación CC2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R 9 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Romboidad, palanquilla torcida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abierto: abultamiento y segregación central. Gap cerrado o desalineado: grietas internas.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el segmento nuevo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de taller: gap en banco, runout, rodamientos, boquillas y prueba de agua interna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Hoja firmada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Asegura la máquina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planchón ni acero en la línea; barra falsa estacionada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Entrega firmada por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Motores, apriete, agua secundaria, agua interna, aire, lubricación y barra falsa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puestos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S-20,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energía 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Intentos de arranque de rodillos y barra falsa; manómetros 0 bar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energía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Desconecta servicios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Agua, aire, hidráulica y cables; tapa e identifica conexiones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el segmento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Viga o carro de cambio OEM; prueba de levante a 100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bajo la 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Grúa,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asientos y bases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escoria, cascarilla y salpicaduras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Asientos limpios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Instala el segmento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guiado a pernos de centrado; aprieta anclajes al torque OEM en secuencia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Torque registrado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Conecta servicios y prueba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Agua, aire e hidráulica a presión OEM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fugas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Alinea con plantilla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Plantilla en 2 rodillos de referencia del vecino; lainas en cada rodillo de transición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±0.5 mm (objetivo ≤ 0.3)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Orden inverso; cada quien retira su candado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retirados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Todos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Acopla el gap checker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 en bloque patrón; LOTO parcial: solo barra falsa y rodillos, bajo control del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Acople seguro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Despeja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Nadie en la cámara de rociado ni en plataformas de segmentos; aviso por radio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Recuento de personal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Corre el gap checker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Baja velocidad OEM del segmento 0 al 14; compara con la tabla de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±0.5; 100 % giran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diez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boquillas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secundaria sin acero; inspección visual o con cámara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2 % tapadas por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S-19,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Libera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Checklist firmado por Mantenimiento y Operación con el reporte del gap checker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Firmado por C-11 y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checker que no pasa: no se arranca la colada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Segregación o grietas internas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Corrida de gap checker en el siguiente paro; revisar zona final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Abultamiento (bulging)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Reducir velocidad;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Rodillo trabado o sobrecorriente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Programar cambio; no colar si es en segmentos 0–3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Presión de apriete baja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Revisar cilindro y acumulador; el gap puede abrirse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de agua interna de rodillo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Programar cambio de la junta rotativa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checker no pasa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arrancar la colada; inspección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C-11, 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S-25 Mecánico de Taller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80 h / 3 reconst. + 2 alin.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Mecánico de Acería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cambios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24; izaje, altura, confinado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corridas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S-22 / S-20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 / NOM-029 + 4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intervenciones / 3 bloqueos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/ 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S-26 Lubricador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 intervenciones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meses; alturas 12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Operador de grúa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NOM-006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 izajes de segmento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 la hoja de taller y recibe la máquina vacía firmada por C-06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LOTO de las siete energías con candado personal y prueba energía cero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Iza el segmento sin nadie bajo la carga y lo asienta a torque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Retira LOTO en orden inverso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Acopla el gap checker con LOTO parcial y recuento de personal antes de mover la barra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Libera solo con gap checker aprobado y alineación registrada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32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80 h / 3 reconst. + 2 alin.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MM-CC-02 v0.2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la tolerancia de gap por segmento en CC1?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±0.1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±0.5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±2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gap checker marca un rodillo trabado en el segmento 2. ¿Qué haces?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Colar y cambiar después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colar hasta liberarlo o cambiarlo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Bajar la velocidad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se hace antes de mover la barra falsa con el gap checker?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Nada, es corrida en frío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Despejar la línea y contar al personal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Abrir el agua secundaria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defecto produce un gap abierto?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Abultamiento y segregación central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Romboidad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Grietas en estrella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¿Cuál es el runout máximo aceptado de un rodillo?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0.2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2 mm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segmentos y guías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pendiente.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gap checker aprobado no se cuela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Gap ±0.5 mm y 100 % de rodillos girando.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bajo un segmento en izaje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 a 100 mm y ± 5 m de la proyección libres.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Barra falsa en movimiento: línea libre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la cámara de rociado; recuento de personal por radio.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y energía cero no se toca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Siete energías con candado personal; 0 bar y arranque rechazado.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MM-CC-02 — Cambio y alineación de segmentos (CC1) y guías (CC2): medición de gap y alineación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2026-09-25T19:42:25Z</dcterms:created>
  <dcterms:modified xsi:type="dcterms:W3CDTF">2026-09-25T19:42:25Z</dcterms:modified>
</cp:coreProperties>
</file>