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Vaciar 150 t dentro de ventana, con la aleación correcta, sin escoria y con nadie en la zona de exclusión. Principio rector: Si la olla, la fosa o la zona no están listas, no se vacía.
PUNTOS A CERRAR: Presentar a los participantes, el objetivo y la ruta de certificación (teoría → OJT → evaluación práctica).
[POR CONFIRMAR] Tiempo de vaciado, ángulo máximo y velocidad de retroinclinación con el OEM · Arrastre de escoria ≤ 5 kg/t y T de llegada a LF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Tiempo de vaciado, ángulo máximo y caudal de argón: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1,000 °C — Olla ≥ 1,000 °C; si estuvo fría más de 4 h, ≥ 8 h de precalentamiento.
2) b) 30 a 120 t — Antes de 20–30 t atacan el fondo y el tapón; después de 120 t se mezclan mal.
3) b) Retroinclinar de inmediato a −3° — Al primer indicio de escoria se cierra; el peso se registra y se avisa a LF.
4) b) ≤ 10 m — Zona roja ≤ 10 m de la olla y el EBT, fosa incluida; nadie a pie.
5) b) Porque el Al tapa las buzas calibradas — CC2 cuela abierto con buza calibrada: Al soluble ≤ 0.005 %.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Tiempo de vaciado, ángulo máximo y velocidad de retroinclinación con el OEM · Arrastre de escoria ≤ 5 kg/t y T de llegada a LF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MO-EAF-07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Vaciado por EBT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Vaciar 150 t dentro de ventana, con la aleación correcta, sin escoria y con nadie en la zona de exclusión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(S-01 / S-02)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40 vaciados supervisados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lista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Fosa seca y zona libre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EBT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Adiciones 30–120 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a 150 t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S-01 Primer Hornero · S-02 Segundo Hornero · S-03 Tercer Hornero · S-09 Grúa de Colada · C-05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vacías en ventana y sin exponer a nadie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Verificar la olla y la fosa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Aceptar la olla solo con cara caliente ≥ 1,000 °C, válvula cerrada, arena y argón probado; fosa seca.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Controlar la zona de exclusión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a ≤ 10 m de la olla y del EBT; sirena y semáforo ≥ 30 s antes de abrir.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Alear y desoxidar según el grado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Calcular el Al con el O activo; adiciones secas entre 30 y 120 t en la olla.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a tiempo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Retroinclinar a 150 t o al primer indicio de escoria, reteniendo un talón de 20–30 t.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vaciado concentra 150 t de acero a 1,630 °C en movimiento. Un error de humedad o de posición es una fatalidad; un error de escoria o aleación se convierte en acero fuera de especificación y en horas extra de horno olla.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olla, la fosa o la zona no están listas, no se vacía.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Seis roles, un dueño: C-05 autoriza lo que sale de norma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vaciado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autoriza vaciado fuera de ventana y lanceo del EBT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Permisivos, inclina, abre y cierra el EBT; vigila peso y escoria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olla y zona libre; opera adiciones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 Tercer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tolvas con materiales secos; conecta argón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 olla; disponible para emergencia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 Preparador de Ollas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 la olla con su lista MO-OLL-01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la práctica de adiciones por grado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vaciado se decide antes de abrir el EBT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Ventana OK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T, O, C y P liberados (MO-EAF-06)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lista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1,000 °C, válvula, arena, Ar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libre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Fosa seca, conteo, sirena ≥ 30 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EBT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apagado, inclina 3–5°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Vaciar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Inclinación progresiva a 12–15°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Adiciones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30 a 120 t, Ar 200–400 NL/min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150 t o escoria: −3° de inmediato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Peso, tiempo, adiciones, arrastre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80% de la seguridad del vaciado se asegura en los tres primeros pasos, antes de abrir el EBT.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olla, la fosa o la zona no están listas, no se vacía.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EBT deja el talón y la escoria dentro del horno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 Figura: eaf-vaciado-ebt.svg.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eaf-vaciado-eb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2184"/>
            <a:ext cx="6766560" cy="47365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inclinación inicial de 3–5° abre el agujero excéntrico sin exponer la escoria.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Subir a 12–15° mantiene la carga hidrostática y el chorro compacto.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retroinclinación a −3° deja dentro el talón de 20–30 t y la escoria oxidada, rica en P y FeO.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olla que recibe debe estar caliente, cerrada y con argón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 Figura: olla-corte-valvula-tapon.svg.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olla-corte-valvula-tap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79" y="1417320"/>
            <a:ext cx="6549081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caliente ≥ 1,000 °C: una olla fría o húmeda puede explotar al recibir acero.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válvula deslizante cerrada con arena de sello asegura la apertura libre en colada.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tapón poroso agita con argón para mezclar las adiciones.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Seis equipos deben estar en condición antes de inclinar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EBT y compuerta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Vaciado excéntrico por el fondo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Llenado con arena correcto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Compuerta operable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Sistema de inclinación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Inclina y retroinclina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Retroinclinación ≤ 3 s a −3°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Carro con báscula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Posiciona y pesa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0.5 t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Cero con olla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de 150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el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1,000–1,100 °C; válvula cerrada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MO-OLL-01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Tolvas y chute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Dosifican aleaciones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1% por tolva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Materiales secos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Fosa de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Contiene derrames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 y limpia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Sin agua ni fugas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Temperatura, oxígeno y peso definen la ventana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Temperatura de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1,630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1,615–1,645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1,610 o &gt; 1,650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vaciar sin C-05; ajustar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activo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700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500–900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1,000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Recalcular Al; avisar a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 / 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0.06 / ≤ 0.012 %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0.04–0.08 / ≤ 0.015 %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&gt; 0.015 %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Decisión de C-05 /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145–152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153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Talón retenido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Cerrar antes; informar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2.5 o &gt; 6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tubo o limpieza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Ventana de adiciones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 → 120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20–80 % del peso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 de ventana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Ajustar el inicio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en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200–400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conexión; avisar a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Tiempo de vaciado, ángulo máximo y caudal de argón: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Metal líquido y agua: los dos riesgos que matan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Zona de exclusión de vaciado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≤ 10 m de olla y EBT, fosa y vía del carro ± 5 m. Nadie a pie; sirena ≥ 30 s antes.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Cero humedad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≥ 1,000 °C (fría &gt; 4 h: ≥ 8 h de precalentamiento), adiciones secas, fosa sin agua. Si hay agua: no se vacía.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EBT que no abre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Regresar a 0°/−3°; lanceo solo con autorización de C-05, desde posición protegida, máx. 2 intentos.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Gases en la fosa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multigás: CO 25 ppm salir, 200 ppm evacuar el sector (MS-ACE-06).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visor dorado y capucha aluminizada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Chaqueta, polainas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ignífuga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detector multigás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Zonas roja, amarilla y verde durante el vaciado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10 m: nadie a pie mientras la olla está en la fosa.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Amarilla 10–25 m: solo personal autorizado, con EPP aluminizado.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Evacuación por perforación de olla: ≥ 25 m o refugio en ≤ 30 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escoria que pasa a la olla se paga en el LF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Arrastre de escoria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kg/t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+ espesor en LF,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Reversión de P, más Al y cal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Reversión de P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ΔP ≤ 0.003 %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Análisis EAF vs. LF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fuera de especificación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Desoxidación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(CC1) / Si-Mn sin Al (CC2)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de llegada a LF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Buzas tapadas en CC2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llegada a LF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1,570–1,590 °C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Medición en LF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Más tiempo de horno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CC2 el acero va sin Al (Al soluble ≤ 0.005 %): el Al tapa las buzas calibradas.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cinco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MO-OLL-01: cara caliente ≥ 1,000 °C, válvula cerrada, arena, tapón probado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Posiciona y conecta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Carro en posición; conecta argón; báscula en cero con olla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 con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adiciones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Tolvas según el grado; Al calculado con el O de M3; materiales secos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Pesos ± 1 %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 / 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la fosa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Seca, sin agua, sin metal suelto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Fosa en condición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Despeja la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Barreras, conteo, CCTV: nadie a ≤ 10 m; sirena y semáforo ≥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“Zona libre” por radio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apagado; DRI, O₂ y C detenidos; electrodos arriba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Estado en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Inclina y abre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Inclina a 3–5°; abre la compuerta del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cinco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Aumenta la inclinación hasta 12–15° para chorro compacto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Agrega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Adiciones desde ≈ 30 t hasta antes de 120 t; Ar 200–400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Adiciones en ventana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Cámara / detector de escoria y peso en báscula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150 t o al primer indicio de escoria: retroinclina a −3° de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Talón 20–30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detenido; horno estable; EBT listo para preparación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la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carro sale hacia LF; se levanta la exclusión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Carro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Peso, tiempo, apertura libre, adiciones reales, argón, arrastre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la duda: retroinclinar, alejar y avisar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EBT no abre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Regresar a 0°/−3°; nadie se asoma; lanceo solo autorizado, máx. 2 intentos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antes de 150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Cerrar de inmediato; registrar peso; avisar a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Perforación de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Retroinclinar; evacuar ≥ 25 m; metal a fosa seca; nunca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Ebullición en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 adiciones y vaciado; evacuar a zona verde en ≤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Sobrellenado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Cerrar por nivel visual; calibrar báscula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argón en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Continuar el vaciado; avisar a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Retroinclinación lenta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de emergencia del EBT según OEM; evacuar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40 vaciados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40 vaciados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 Tercer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20 vaciados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MO-OLL-02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la olla (precalentamiento, válvula, arena, tapón) antes de aceptar el vaciado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Establece y confirma la zona de exclusión y la fosa seca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 el Al con el O activo y usa adiciones secas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Retroinclina a tiempo reteniendo talón y escoria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 a un EBT que no abre sin exponer a nadie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 / 40 vaciados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MO-EAF-07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la temperatura mínima de cara caliente para aceptar una olla?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800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1,000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1,200 °C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¿Entre qué pesos en la olla se hacen las adiciones?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 a 30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30 a 120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120 a 150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Detectas escoria a 140 t.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Terminar hasta 150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Retroinclinar de inmediato a −3°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Bajar la inclinación a 5°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distancia define la zona roja durante el vaciado?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≤ 5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≤ 10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≤ 25 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¿Por qué los grados de CC2 se vacían sin Al?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Para ahorrar costo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Porque el Al tapa las buzas calibradas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Porque sube el carbono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vaciado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pendiente.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olla verificada no hay vaciado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Lista MO-OLL-01 completa y firmada, cara caliente ≥ 1,000 °C.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en la fosa = no se vacía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Humedad + metal líquido = explosión (MS-ACE-03).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 la zona roja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m de olla y EBT; sirena y semáforo ≥ 30 s antes.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Escoria o 150 t: cierre inmediato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Retroinclinar a −3° y retener talón y escoria.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MO-EAF-07 — Vaciado por EBT y adiciones en olla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2026-09-25T19:22:09Z</dcterms:created>
  <dcterms:modified xsi:type="dcterms:W3CDTF">2026-09-25T19:22:09Z</dcterms:modified>
</cp:coreProperties>
</file>