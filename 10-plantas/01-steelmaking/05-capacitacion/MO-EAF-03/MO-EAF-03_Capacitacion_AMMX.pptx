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Fundir ≈ 100 t de DRI por colada a 30–35 kg/min/MW, con baño plano, sin icebergs y sin DRI húmedo. Principio rector: Se alimenta al ritmo que el horno funde: nunca más de 35 kg/min/MW.
PUNTOS A CERRAR: Presentar a los participantes, el objetivo y la ruta de certificación (teoría → OJT → evaluación práctica).
[POR CONFIRMAR] Inertización del transportador, ducto del 5.º agujero y enclavamientos con el OEM · Tasa &gt; 4.3 t/min con DRI caliente: requiere validación de C-07 y gestión del cambio · T del baño, metalización, C, finos, cal/DRI y N al vaciado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 del DRI 1.5–3.0 % (&lt; 1.2 %: ajustar C); cal/DRI 50–65 kg/t [Supuesto]. &gt; 4.3 t/min solo con DRI caliente validado [Validar con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≈ 3.8 t/min — 119 × 32 / 1,000 ≈ 3.8 t/min: 100 t de DRI en ≈ 26 min.
2) b) Canasta ≥ 70 % fundida, baño plano — Con chatarra sólida alta el DRI se pega y forma icebergs. Energía acumulada ≥ 150 kWh/t.
3) b) Bajar la tasa 10–20 %; buscar iceberg — &lt; 1,560 °C: bajar la tasa 10–20 %, potencia plena y revisar acumulación.
4) b) 35 kg/min/MW — Más de 35 kg/min/MW solo con DRI caliente validado por C-07 y gestión del cambio.
5) b) No alimentar y aislar el lote — DRI húmedo genera vapor e H₂: explosión. Se aísla hasta que C-07 y la planta DRI lo liberen.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Inertización del transportador, ducto del 5.º agujero y enclavamientos con el OEM · Tasa &gt; 4.3 t/min con DRI caliente: requiere validación de C-07 y gestión del cambio · T del baño, metalización, C, finos, cal/DRI y N al vaciado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Alimentación de DRI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Fundir ≈ 100 t de DRI por colada a 30–35 kg/min/MW, con baño plano, sin icebergs y sin DRI húmedo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(S-01)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40 coladas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kg/min/MW, consigna objetivo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Lote seco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Baño plano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 25 → 32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1,570–1,610 °C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iceberg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Paro y registro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Primer Hornero · S-02 Segundo Hornero · C-07 Ingeniero de Proceso · C-05 Supervisor de Hornos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alimentas al ritmo que el horno funde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Aceptar solo DRI seco y en norma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Revisar metalización, C, finos, T y humedad del lote; con cualquier evidencia de agua, no se alimenta.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Calcular y ajustar la tasa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Tasa = kg/min/MW × MW / 1,000; rampa de 25 a 32 kg/min/MW en 2–3 min y ajuste con la T del baño.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Evitar y corregir icebergs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Reconocer caída de T, arco inestable y montón visible; detener el DRI, O₂ a la zona y potencia plena.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Terminar en el total y a tiempo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100 t de DRI; paro 3–5 min antes del vaciado y registro completo de la colada.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DRI es el 60 % de la carga. Si entra más rápido de lo que la potencia funde, se acumula y luego se funde de golpe: ebullición violenta y escoria por la puerta. Si entra húmedo genera vapor e H₂ y explota. Bien alimentado, diluye N y residuales.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alimenta al ritmo que el horno funde: nunca más de 35 kg/min/MW.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C-07 fija la consigna; S-01 la ajusta con la 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alimentación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EAF /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define kg/min/MW, rampas, relación cal/DRI y límites de 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Arranca, ajusta y detiene; vigila T, escoria y señales de iceberg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T durante la alimentación; observa el baño por puerta y cámara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consignas fuera de rango y DRI de calidad dudosa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Planta DRI / transporte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 metalización, C, finos y T; avisa cualquier humedad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 / 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temperatura del baño manda sobre la tasa de DRI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Lote OK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Seco, finos ≤ 5 %, en especificación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Canasta ≥ 70 % fundida, baño plano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 → 32 kg/min/MW en 2–3 min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Relación cal/DRI de C-07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1,570–1,610 °C a mitad de la etapa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1,560: −10–20 %; &gt; 1,630: +5–10 %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Vigilar iceberg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Caída de T, arco raro, montón visible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100 t; 3–5 min antes del vaciado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T baja, la tasa baja; si hay duda de iceberg, el DRI se detiene.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alimenta al ritmo que el horno funde: nunca más de 35 kg/min/MW.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DRI cae al centro del baño, entre los electrodos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Figura: eaf-corte-horno.svg.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corte-hor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5.º agujero (12) deja caer el DRI al centro del baño, donde la T es más alta.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Tasa de 3.5–4.3 t/min; 5.0 t/min solo con DRI caliente validado.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espumosa (4) cubre el arco mientras entra el DRI.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DRI se funde en la etapa más larga del ciclo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Figura: eaf-ciclo-colada.svg.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ciclo-col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Etapa 3: ≈ 100 t de DRI en ≈ 25 min con el arco a potencia plena.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Arranca con ≥ 70 % de la canasta fundida y escoria espumosa.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el afino (etapa 4) el DRI ya está detenido para medir T y O activo.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llevan el DRI seco hasta el baño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Transportador de DRI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DRI de la planta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500–650 °C; con N₂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 de O₂ alto; sellos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Silos y tolvas de día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Almacenan DRI frío y HBI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Cerrados y secos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agua; T del silo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Alimentador con báscula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Dosifica la tasa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0–5.0 t/min; ± 1 %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vigente; sin atascos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 de cal y dolomita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Co-alimenta fundentes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 30–45 kg/t; dolomita 10–15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suficiente para la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Ducto del 5.º agujero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el DRI al centro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Enfriado por agua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obstrucción; agua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Controlador de tasa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Tasa = kg/min/MW × 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Consigna 30–35 kg/min/MW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Enclavamientos activos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Cámara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 montones de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Imagen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Consigna, temperatura y lote definen la tasa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Consigna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kg/min/MW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30–35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35 o &lt; 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35: bajar; &lt; 25: ver causa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Tasa de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3.8 t/min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3.5–4.3 t/min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4.3 t/min frío/HBI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a 32 kg/min/MW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DRI por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100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95–105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t del cálculo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con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del baño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1,590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1,570–1,610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1,560 o &gt; 1,630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la tasa (flujo)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del DRI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500–650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Recalcular consigna con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Metalización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93 %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92–95 %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91 %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tasa; más O₂/C;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Finos (&lt; 3 mm)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la tasa y avisar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del DRI/HBI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Seco, sin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Cualquier evidencia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No alimentar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del DRI 1.5–3.0 % (&lt; 1.2 %: ajustar C); cal/DRI 50–65 kg/t [Supuesto]. &gt; 4.3 t/min solo con DRI caliente validado [Validar con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e iceberg: los dos riesgos del DRI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DRI húmedo no entra al horno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+ DRI = vapor e H₂: explosión. Silos y transportadores cerrados; con cualquier evidencia de agua, no se alimenta.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Límite anti-iceberg: 35 kg/min/MW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 con baño plano y T ≥ 1,560 °C. Más de 35 solo con DRI caliente, validación de C-07 y gestión del cambio.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N₂ en galerías del transportador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con permiso de espacio confinado, purga y medición: O₂ 19.5–23.5 %, CO &lt; 25 ppm y &lt; 10 % LEL (MS-ACE-05/06).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CO en la plataforma de bóveda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multigás: CO 25 ppm salir, 200 ppm evacuar el sector. Nadie bajo el 5.º agujero durante la alimentación.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ropa ignífuga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y botas con metatarsal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personal de CO y de O₂ en galerías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para polvo en tolvas y transportadores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Gas o agua: primero te proteges, luego avisas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de gas (E): O₂ &lt; 19.5 % o &gt; 23.5 %, no entres; sal contra el viento.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 ≥ 25 ppm: sal; CO ≥ 200 ppm: evacúa el sector.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de agua (A): el DRI se detiene; no se bascula y se evacúa la zona ≤ 25 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Bien fundido, el DRI diluye N y residuales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del acero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50 ppm al vaciado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al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Envejecimiento; menor ductilidad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al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0.015 %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antes de vaciar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fuera de especificación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 del baño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0.04–0.08 % al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activo + 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Sobreoxidación o C alto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Residuales Cu, Sn, Ni, Cr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Diluidos por el DRI; según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superficiales en laminación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Rendimiento metálico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balance de C-07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FeO alto en escoria = pérdida de Fe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iceberg o DRI de baja metalización sube el FeO de la escoria: se pierde hierro.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tres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calidad del lote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nivel 2: metalización, C, finos, T y reporte de humedad de la planta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rango; sin humedad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sistema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Tolvas con inventario; alimentador sin alarmas; ducto del 5.º agujero libre; cal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el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Energía ≥ 150 kWh/t, baño plano (corriente estable), escoria espumosa formándose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 ≥ 70 % fundida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con rampa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Inicia a 25 kg/min/MW y sube a 32 kg/min/MW en 2–3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Tasa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la cal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Relación cal/DRI según C-07; dolomita según el MgO objetivo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Relación en consigna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T a mitad de la etapa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mide con la lanza manipuladora ≈ min 24–26 de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1,570–1,610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la consigna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1,560 °C: baja 10–20 %; &gt; 1,630 °C: sube 5–10 % sin pasar 35 kg/min/MW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tres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señales de iceberg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de T, arco inestable en una fase, montón bajo el 5.º agujero, caída de CO en humos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señales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Corrige un iceberg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DRI, O₂ a la zona, potencia plena, mide T; reanuda a 25 kg/min/MW cuando se funda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Montón fundido; T ≥ 1,580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el total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Sigue el acumulado contra el objetivo (≈ 100 t) calculado por nivel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t del objetivo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la alimentación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3–5 min antes del vaciado (fin de la etapa 3) o al llegar al total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DRI detenido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Total de DRI, tasa y kg/min/MW promedio, T medidas y eventos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iceberg o humedad: primero se detiene el DRI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en el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el DRI; aislar el lote; no usar hasta que C-07 y la planta DRI lo liberen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C-07,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de T &gt; 20 °C en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o detener el DRI; potencia plena; O₂ a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Ebullición violenta (boiling)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DRI y C; bajar O₂; todos fuera del frente de la puerta; no agregar 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inestable con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la tasa; ajustar O₂/C (MO-EAF-05)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Alimentador atascado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a DRI frío/HBI si hay; Mantenimiento con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o T alta en silo/transportador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Protocolo de la planta DRI; purga de N₂; no entrar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Finos en el 4.º agujero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la tasa; avisar a la planta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agua (Δ caudal &gt; 2 %)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DRI se detiene; con &gt; 4 % o agua visible: arco fuera, no inclinar, evacuar ≥ 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40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Rechaza un lote con humedad y explica el mecanismo de explosión (vapor + H₂)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 la tasa en t/min a partir de MW y kg/min/MW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 3 señales de iceberg y ejecuta la corrección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Conoce los enclavamientos que detienen el DRI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una ebullición violenta, despeja el frente de la puerta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 / 40 coladas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MO-EAF-03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119 MW y 32 kg/min/MW, ¿cuál es la tasa de DRI?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≈ 2.8 t/min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≈ 3.8 t/min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≈ 4.8 t/min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condición arrancas la alimentación de DRI?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Al cerrar la bóveda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Canasta ≥ 70 % fundida, baño plano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Cuando la T pasa de 1,630 °C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 del baño cae a 1,550 °C durante la alimentación.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Subir la tasa 10 %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Bajar la tasa 10–20 %; buscar iceberg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Agregar carbono en masa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límite de consigna para evitar icebergs?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25 kg/min/MW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35 kg/min/MW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45 kg/min/MW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planta DRI reporta un lote mojado.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Alimentarlo a tasa baja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alimentar y aislar el lote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Mezclarlo con DRI caliente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DRI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DRI húmedo no se alimenta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Cualquier evidencia de agua: detener el DRI y aislar el lote.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más de 35 kg/min/MW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Arriba de ese límite el DRI se acumula: iceberg y ebullición violenta.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baño plano no hay DRI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 con la canasta ≥ 70 % fundida y escoria espumosa formándose.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Galerías con N₂: solo con permiso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Espacio confinado: purga y medición de O₂, CO y LEL antes de entrar.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MO-EAF-03 — Alimentación continua de DRI/HBI por el 5.º agujero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2026-09-25T20:02:40Z</dcterms:created>
  <dcterms:modified xsi:type="dcterms:W3CDTF">2026-09-25T20:02:40Z</dcterms:modified>
</cp:coreProperties>
</file>