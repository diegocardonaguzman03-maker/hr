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Solo el ESR toca el obturador; el camión que suena en el pórtico no se descarga. Principio rector: Solo el ESR toca la fuente. El camión que suena en el pórtico no se descarga.
PUNTOS A CERRAR: Presentar a los participantes, el objetivo y la ruta de certificación (teoría → OJT → evaluación práctica).
[POR CONFIRMAR] Restricción interna ≤ 6 mSv/año y nivel de investigación &gt; 0.5 mSv con el ESR · Umbral del pórtico, velocidad ≤ 8 km/h y prueba diaria (OEM / ESR) · Plazo de notificación a la CNSNS y límites legales del RGSR (Jurídico / SSO) · Teoría POE (16 h): este plan es la sesión 1 de 2 de 8 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Límite legal RGSR/CNSNS: 50 mSv/año; ICRP 103: 20 mSv/año promedio [Verificar con la NOM vigente / SSO]. Restricción interna ≤ 6 mSv/año con el ESR.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Solo el ESR — Solo el ESR (función de C-16, con licencia CNSNS) opera el obturador y pone su candado.
2) a) &lt; 2 × fondo — &lt; 2 × fondo (fondo ≈ 0.1–0.3 μSv/h). Si no, no se trabaja y se aleja ≥ 3 m.
3) b) Un cuarto — La dosis baja con el cuadrado de la distancia: al doble, ¼ de la dosis.
4) b) No descarga; segunda pasada — Se repite la pasada a ≤ 8 km/h; si confirma, se aísla con perímetro de 10 m y se llama al ESR.
5) b) No — El EPP convencional no detiene la gamma. Protegen el tiempo, la distancia y el blindaje.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Restricción interna ≤ 6 mSv/año y nivel de investigación &gt; 0.5 mSv con el ESR · Umbral del pórtico, velocidad ≤ 8 km/h y prueba diaria (OEM / ESR) · Plazo de notificación a la CNSNS y límites legales del RGSR (Jurídico / SSO) · Teoría POE (16 h): este plan es la sesión 1 de 2 de 8 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SEGURIDAD · MS-ACE-07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Fuentes radiactivas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ESR toca el obturador; el camión que suena en el pórtico no se descarga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POE (NOM-012)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&lt; 2×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fondo para trabajar en el molde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Solicitar al ESR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y candado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&lt; 2 × fondo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trabajo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y verificar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Pórtico: no descargar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POE (S-21 · S-25) · S-05 · C-17 · S-12 · S-13 · S-14 de CC2 · C-06 · C-11 · C-16 (ESR) · resto del personal (inducción)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trabajas en CC2 sin dosis innecesaria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Aplicar tiempo, distancia y blindaje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doble de distancia, ¼ de la dosis. El contenedor de plomo y el obturador son el blindaje.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Preparar el trabajo en el molde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Punto 7 (Cs-137) en el permiso; el ESR cierra, pone candado y mide &lt; 2 × fondo; luego LOTO del resto.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Responder a la alarma del pórtico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descargar; segunda pasada a ≤ 8 km/h; si confirma, aislar el camión, perímetro de 10 m y aviso en ≤ 5 min.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Usar el dosímetro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POE lo porta a la altura del pecho, por fuera de la ropa y por dentro del aluminizado.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Acería tiene dos riesgos radiológicos: las fuentes de Cs-137 de las 6 líneas de CC2 y las fuentes huérfanas que llegan escondidas en la chatarra. Si una fuente se funde, contamina el acero, el polvo y a las personas: en Ciudad Juárez (1983–84) una fuente de Co-60 terminó en varilla.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ESR toca la fuente. El camión que suena en el pórtico no se descarga.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ESR custodia la fuente; nadie más opera el obturador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con las fuentes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en función de ESR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Custodia fuentes y llaves; dosimetría; reportes a la CNSNS; alarmas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C-01 Gerente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Titular de la licencia ante la CNSNS [Supuesto]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C-12 / S-21 Instrumentista (POE)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Mantiene los medidores con obturador cerrado y con el ESR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 Taller de moldes (POE)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molde de CC2 solo con obturador cerrado y verificado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S-13 / S-14 de CC2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Respetan la señalización; no intervienen el molde sin el ESR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 / C-17 Patio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Operan el pórtico; detienen y aíslan el camión en alarma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Comandante del incidente en un evento radiológico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cerrado y medido antes de tocar el molde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Solicitar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Punto 7 (Cs-137) en el permiso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cierra obturador, candado y tarjeta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Punto de trabajo y 1 m: &lt; 2 × fondo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Resto de energías en cero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tocar ni golpear el contenedor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Devolver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ESR abre; señal de nivel ± 5 mm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Pórtico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Alarma: segunda pasada ≤ 8 km/h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Aislar camión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Perímetro 10 m; ESR y C-04 ≤ 5 min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lectura no es menor a 2 veces el fondo, nadie trabaja: se aleja ≥ 3 m y el ESR investiga.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ESR toca la fuente. El camión que suena en el pórtico no se descarga.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obturador cerrado con candado del ESR es el bloqueo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Figura: ms-loto-puntos-cc.svg.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c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06" y="1417320"/>
            <a:ext cx="5769429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Punto 7: medidor de nivel de CC2 con Cs-137, uno por línea.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cerrado con candado del ESR antes de cualquier trabajo en el molde.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Verificación a 1 m y en el punto de trabajo: &lt; 2 × fondo [Validar con ESR].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pórtico está en la entrada de camiones del patio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Punto 1: pórtico detector de radiación en la entrada del patio.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camión pasa a ≤ 8 km/h [Validar con OEM].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zona de aislamiento de camiones queda ≥ 50 m de áreas ocupadas [Supuesto].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medidor portátil confirma lo que el obturador dice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de nivel (6, CC2)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del acero en el 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Cs-137 en contenedor de plomo; ±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Contenedor íntegro y señalizado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Obturador con 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Bloquea el haz para trabajar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Abierto/cerrado visible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del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Medidor de radiación portátil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obturador y fuentes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μSv/h; calibración anual [Verificar]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con fuente de verificación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Dosímetros TLD/OSL y electrónico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Dosis acumulada y en tarea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 por laboratorio acreditado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Portado a la altura del pecho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Pórtico detector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Detecta fuentes en camiones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Umbral [Validar con OEM / ESR]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diaria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de aislamiento de camiones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Estacionar camiones en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m de áreas ocupadas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Libre y delimitada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Contenedor para fuentes huérfanas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Resguardo temporal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Aprobado por la CNSNS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 custodia del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Menos de 2 veces el fondo: la condición para trabajar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de trabajo (cerrado)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Fondo ≈ 0.1–0.3 μSv/h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 × fondo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trabajar; ≥ 3 m;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1 m (obturador abierto)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licencia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valor de licencia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Delimitar;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Dosis anual del POE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6 mSv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RGSR [Verificar]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Investigación del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de investigación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0.5 mSv/lectura [Sup.]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 investiga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Personal no POE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≈ 0 mSv/año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 mSv/año [Verificar]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Revisar blindaje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en pórtico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km/h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8 km/h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Repetir la pasada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Perímetro por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 μSv/h fuera [Sup.]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Ampliar perímetro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fuga (frotis)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límite licencia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límite [Verificar]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Fuente fuera; CNSNS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Límite legal RGSR/CNSNS: 50 mSv/año; ICRP 103: 20 mSv/año promedio [Verificar con la NOM vigente / SSO]. Restricción interna ≤ 6 mSv/año con el ESR.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Tiempo, distancia y blindaje: el EPP no detiene gamma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Obturador cerrado con candado del ESR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ESR opera el obturador. Cerrado, con candado y tarjeta, y medido &lt; 2 × fondo antes de trabajar.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Contenedor íntegro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 breakout o salpicadura en el molde, el ESR hace levantamiento. Contenedor dañado: alejarse ≥ 3 m.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Pórtico y aislamiento del camión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Segunda pasada; si confirma, no descargar, perímetro de 10 m, chofer fuera y aviso al ESR y a C-04.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Custodia e inventario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Llaves bajo custodia del ESR; inventario mensual [Supuesto]; pérdida o robo: aviso inmediato a la CNSNS.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EPP convencional no protege contra la gamma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Dosímetro del POE a la altura del pecho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fuera de la ropa y por dentro del aluminizado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polvo contaminado: overol, guantes y P100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dosímetro es EPP de registro, no de protección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Figura: ms-epp-acería.svg.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epp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POE porta dosímetro personal (MS-ACE-07).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 a la altura del pecho, por dentro del aluminizado.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protección real es tiempo, distancia y blindaje.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fuente fundida contamina acero, polvo y personas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se controla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Licencia e inventario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Fuentes y movimientos al día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mensual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Fuente sin control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Pruebas de fuga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límite de la licencia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6–12 meses [Verificar]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Fuente fuera; CNSNS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Historial de dosis del POE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Bajo nivel de investigación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periodo de lectura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Investigación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Alarmas del pórtico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Todas resueltas y registradas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alarma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Fuente al horno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Permisos en el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firma del ESR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trabajo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Exposición no planeada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 de nivel de CC2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5 mm tras abrir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 y púlpito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Desbordes o breakout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fuente fundida obliga a retirar producto del mercado y a avisar a la CNSNS.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 en dos rutas; diez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Solicita al 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Incluye en el permiso de trabajo el punto 7 (Cs-137)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 confirma horario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/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y bloquea obturador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cierra el obturador de la línea (o de las 6), pone su candado y tarjeta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Cerrado con candado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mide en el punto de trabajo y a 1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 × fondo, anotado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 del resto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Resto de energías según MS-ACE-02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Energía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Ejecutores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Trabaja sin tocar contenedor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desmontes ni golpees el contenedor; si se daña, detente y aléjate ≥ 3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Contenedor íntegro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S-25,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Devuelve y verifica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retira su candado, abre el obturador y verifica la señal de nivel con el púlpito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Señal ±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Detén el camión en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permitas que descargue; repite la pasada a ≤ 8 km/h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Segunda lectura registrada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 en dos rutas; diez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Aísla el camión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confirma: a la zona de aislamiento; perímetro de 10 m; chofer fuera y registrado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Perímetro colocado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S-05, 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Llama al ESR y a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Radio: alarma radiológica en pórtico, camión placas y ubicación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Aviso ≤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localiza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Levantamiento con medidor; ajusta el perímetro a la línea de 1 μSv/h [Supuesto]; resguarda la fuente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Fuente resguardada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ESR notifica a la CNSNS en el plazo regulatorio [Verificar]; el camión no sale sin autorización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Reporte emitido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C-01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 alta o contenedor dañado: aléjate ≥ 3 m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 alta con obturador cerrado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Aléjate ≥ 3 m; delimita; no trabajes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Contenedor golpeado o quemado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Aléjate; delimita; el ESR hace levantamiento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 del pórtico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Ruta B completa: no descargar, segunda pasada, aislar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C-17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Radiación en polvo o en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Paro de extracción según ESR; aislar polvo y acero; plan radiológico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C-04, C-01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Dosímetro perdido o dañado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Reporte al ESR; estimación de dosis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Dosis sobre nivel de investigación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Investigación; retiro temporal de tareas con fuente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ESR, médico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 para POE y patio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en función de ESR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Curso CNSNS [Verificar]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CNSNS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Licencia; interna 12 m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POE (S-21, S-25 de CC2)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tareas con ESR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S-05, C-17 Patio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simulacros de 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 Solicitantes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solicitudes con ESR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S-12, S-13, S-14 de CC2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Resto del personal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h (inducción)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Sabe que solo el ESR opera el obturador y aplica tiempo, distancia y blindaje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la medición &lt; 2 × fondo antes de trabajar en el molde de CC2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Trabaja sin tocar ni golpear el contenedor y se aleja ≥ 3 m si se daña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ESR abre el obturador y verifica la señal de nivel ± 5 mm con el púlpito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Detiene y aísla un camión con alarma sin descargarlo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Avisa al ESR y a C-04 en ≤ 5 min ante una alarma confirmada del pórtico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Curso CNSNS [Verificar]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Según CNSNS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Licencia; interna 12 m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MS-ACE-07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puede cerrar y abrir el obturador del medidor de CC2?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El instrumentista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Solo el ESR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El operador de púlpito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lectura se exige en el punto de trabajo con obturador cerrado?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&lt; 2 × fondo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&lt; 10 × fondo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Cualquiera con EPP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te alejas al doble de distancia de una fuente, ¿cuánta dosis recibes?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La mitad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Un cuarto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La misma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camión suena en el pórtico. ¿Qué haces primero?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Lo descargo aparte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descarga; segunda pasada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Lo regreso a la calle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¿El chaquetón aluminizado protege contra la radiación gamma?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Solo de cerca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radiación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el ESR toca la fuente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Obturador cerrado + candado del ESR antes de cualquier trabajo en el molde.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&lt; 2 × fondo no se trabaja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 anotada en el permiso con firma del ESR.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Camión que suena no se descarga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Segunda pasada, aislamiento, perímetro de 10 m y aviso en ≤ 5 min.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Tiempo, distancia y blindaje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Menos tiempo, más lejos y detrás del plomo.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MS-ACE-07 — Fuentes radiactivas: Cs-137 de CC2 y pórtico de chatarra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2026-09-25T20:02:42Z</dcterms:created>
  <dcterms:modified xsi:type="dcterms:W3CDTF">2026-09-25T20:02:42Z</dcterms:modified>
</cp:coreProperties>
</file>