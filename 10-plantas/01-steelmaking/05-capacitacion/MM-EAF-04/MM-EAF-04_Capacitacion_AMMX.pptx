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Maniobrar con las 5 reglas de oro y mantener el transformador de 140 MVA por aceite, gases y pruebas. Principio rector: Sin licencia de maniobra, sin 0 V verificado y sin tierras visibles, nadie toca.
PUNTOS A CERRAR: Presentar a los participantes, el objetivo y la ruta de certificación (teoría → OJT → evaluación práctica).
[POR CONFIRMAR] Voltaje primario del transformador (34.5 kV supuesto) y estudio de arc flash · Límites de temperatura, megger e intervalos de OLTC e interruptor con el OEM · Compartimento de aceite del OLTC separado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Primario 34.5 kV [Supuesto]. Límites de temperatura, megger ≥ 1,000 MΩ e intervalos de OLTC e interruptor: [Validar con OEM / Ingeniería de Mantenimiento].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O (Dominio, Optimización e Instrucción).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Desconectar, bloquear, 0 V, tierra, zona — Desconectar, prevenir reconexión, verificar ausencia de tensión, aterrizar y cortocircuitar, delimitar la zona.
2) b) Fuente conocida, 3 fases, fuente — Se prueba en fuente conocida antes y después para confirmar que el detector funciona.
3) b) No energizar y secar — PI &lt; 1.25 es rechazo: no se energiza; se seca y se diagnostica. Objetivo ≥ 2.0.
4) b) No re-energizar; DGA urgente — Buchholz o 87T indican falla interna: no se re-energiza hasta DGA y pruebas; avisar a C-12, C-10 y C-05.
5) b) Número retirado = número colocado — Se cuentan contra el registro: una tierra olvidada provoca un cortocircuito al energizar.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Voltaje primario del transformador (34.5 kV supuesto) y estudio de arc flash · Límites de temperatura, megger e intervalos de OLTC e interruptor con el OEM · Compartimento de aceite del OLTC separado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MM-EAF-04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Transformador y MT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Maniobrar con las 5 reglas de oro y mantener el transformador de 140 MVA por aceite, gases y pruebas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(S-20 maniobra MT)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maniobras supervisadas (OJT)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(NOM-029)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Licencia de maniobra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Desconectar y bloquear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0 V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Aterrizar y delimitar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 y protecciones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Restituir y liberar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S-20 Electricista (MT certificado) · S-21 Instrumentista · S-01 Operador de Púlpito · C-12 · C-05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maniobras MT con las 5 reglas de oro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Aplicar las 5 reglas de oro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Desconectar, prevenir reconexión, verificar ausencia de tensión, aterrizar y cortocircuitar, delimitar la zona.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0 V sin atajos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probado en fuente conocida, 3 fases y otra vez en fuente conocida; tierras en primario y secundario.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Evaluar aceite, gases y pruebas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Rigidez ≥ 50 kV, humedad ≤ 15 ppm, C₂H₂ ≤ 1 ppm, PI ≥ 1.5, Tan δ ≤ 0.5 %, TTR ±0.5 %.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Restituir con conteo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Tierras retiradas = colocadas, protecciones probadas y personal contado fuera antes de energizar en vacío.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primario trabaja a 34.5 kV [Supuesto]: un contacto o un arco en maniobra es fatal o deja quemaduras graves. El transformador de 140 MVA sufre cortocircuitos del arco y miles de operaciones de OLTC e interruptor; si falla, el horno se detiene y la secuencia de CC se pierde.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licencia de maniobra, sin 0 V verificado y sin tierras visibles, nadie toca.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C-12 emite la licencia; solo S-20 certificado maniobra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transformador y la maniobra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 Supervisor Eléctrico e Instrumentación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emite licencia de maniobra, autoriza pruebas y libera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 (MT certificado)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Maniobras, LOTO eléctrico, tierras, pruebas y mantenimiento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Relés de protección, transmisores y monitor de DGA en línea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el arco a cero, abre el interruptor;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la indisponibilidad del horno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C-14 Ingeniero de Confiabilidad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Tendencias de DGA, Tan δ y termografía; RCA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eléctrico, distancias y EPP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Laboratorio acreditado (REPSE)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DGA, fisicoquímicos y pruebas especiales (SFRA)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 (externo)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Cinco reglas de oro antes de tocar cualquier celda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Licencia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Unifilar actualizado; firma C-12 y C-05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 cero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S-01 abre el interruptor desde púlpito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 Desconectar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abierto; extrae o abre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 Bloquear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y tarjeta personales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3. Verificar 0 V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Fuente conocida, 3 fases, fuente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4. Aterrizar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Cuchillas y tierras en ambos lados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5. Delimitar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Barreras y señales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Trabajo y pruebas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Aceite, pruebas, OLTC, protecciones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Restituir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Conteo de tierras; vacío; liberación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cinco reglas de oro van en orden y completas; saltarse una es exponerse a la tensión.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licencia de maniobra, sin 0 V verificado y sin tierras visibles, nadie toca.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extraído, seccionador y tierras visibles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interruptor de AT del horno se abre, se extrae (rack-out) y se bloquea con candado.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Seccionador abierto y puesta a tierra aplicada: solo S-20 con autorización NOM-029.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S-20 mide ausencia de tensión con detector probado antes y después: 0 V en las 3 fases.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Equipos en servicio solo con protecciones probadas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Transformador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Alimentar el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140 MVA; secundario ≤ 1,200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Protecciones en servicio; DGA normal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OLTC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el voltaje bajo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 separado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Contador dentro del intervalo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Intercambiador aceite–agua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Enfriar el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de aceite &gt; P de agua; tubo doble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fuga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Interruptor de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Conectar y desconectar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Muchas operaciones por día; contador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de contactos en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Seccionador y cuchillas de tierra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Aislamiento visible y tierra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 con el interruptor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 probado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Buchholz, alivio y protección OLTC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Detectar falla interna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y disparo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Probados con aire o botón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Relé multifunción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87T, 50/51, 51N, 49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Ajustes del estudio de coordinación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Inyección secundaria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Acetileno creciente o PI &lt; 1.25: no se energiza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aceite superior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70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80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85; disparo 95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devanado (49)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90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105; disparo 115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Rigidez del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60 kV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kV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40 kV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Trimestral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en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20 alerta; &gt; 30 acción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Trimestral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C₂H₂ en tanque (DGA)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1; si crece, evaluar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Índice de polarización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2.0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1.5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1.25: no energizar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 δ de devanados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0.7 o +0.2 vs. base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protecciones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según 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 tiempo/corriente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dispara: no energizar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Primario 34.5 kV [Supuesto]. Límites de temperatura, megger ≥ 1,000 MΩ e intervalos de OLTC e interruptor: [Validar con OEM / Ingeniería de Mantenimiento].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 tensión y arco eléctrico: errores sin regreso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Licencia y 5 reglas de oro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Licencia de C-12 con unifilar; solo personal certificado NOM-029 con autorización escrita del patrón.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eléctrico y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extraído, seccionador con candado, cuchillas y tierras; detector probado antes y después; cierre y OLTC rechazados.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Arco eléctrico en maniobra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Maniobra remota cuando exista; EPP arc-rated según IEEE 1584 (típ. ≥ 40 cal/cm² en celdas MT [Validar]).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Retroalimentación y energía guardada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Tierras en ambos lados del punto de trabajo; descargar capacitores RC y resortes del interruptor.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y careta arc-rated de la categoría de la celda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dieléctricos con protector de cuero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dieléctricas y casco clase 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Lentes de seguridad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Pértiga y detector de tensión certificados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OLTC bloqueado alarga la colada y sube los kWh/t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Perfil de potencia disponible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Todas las derivaciones del OLTC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funcional tras mantenimiento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Tap-to-tap &gt; 55 min; T fuera de ±15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específica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560 kWh/t (520–600)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KPI diario (C-07)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alta por derivación bloqueada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Paros del horno por transformador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 en CMMS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Pierde secuencia en CC; reoxidación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transformador no toca el acero, pero un paro no programado rompe la secuencia de colada continua.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trece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Licencia de maniobra con unifilar actualizado, lista de pasos y responsables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Firmada por C-12 y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Charla previa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pasos, EPP, distancias y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entienden su papel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el arco 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electrodos y abre el interruptor desde el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Indicación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Indicador eléctrico e indicador mecánico del interruptor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Ambos en abierto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Desconecta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Extrae el interruptor o abre el seccionador con EPP arc-rated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Aislamiento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y tarjeta personales en interruptor, seccionador y CCM de auxiliares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ausencia de tensión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MT: fuente conocida, 3 fases, fuente conocida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V en las 3 fases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trece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Aterriza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cuchillas de tierra; tierras temporales en primario y secundario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Tierras visibles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Delimita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Barreras y señales; libera el área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delimitada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muestra de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 muestreo, jeringa de vidrio sin burbujas, etiqueta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válida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Pruebas eléctricas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Quita tierras solo del devanado bajo prueba; megger 5 kV, PI, Tan δ, TTR; descarga y repón tierras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tabla y tierras repuestas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Interruptor y OLTC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Mantenimiento según manual OEM y contador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Contactos ≤ 1.2 × fábrica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protecciones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Inyección secundaria de 87T, 50/51, 51N; disparo real de Buchholz y OLTC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correcto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Restituye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tierras con conteo contra registro, abre cuchillas de tierra, retira candados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Tierras contadas = puestas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trece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Energiza en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 contado fuera y barreras de celda repuestas; cierra sin arco; ruido y magnetización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alarmas; conteo 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de liberación firmado por Mantenimiento y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C-12 y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Disparo por Buchholz o 87T: no se re-energiza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por Buchholz o 87T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re-energizar; DGA urgente y pruebas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C-10,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Buchholz (gas acumulado)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muestra de gas del relé y de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C₂H₂ creciente en tanque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Evaluar sacar de servicio con el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de fuga aceite–agua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Aislar el intercambiador; revisar humedad en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 &gt; 85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potencia; revisar bombas y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OLTC no cambia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Bloquear el OLTC en derivación segura; revisar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caliente ΔT &gt; 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Programar paro para reapriete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O y autorización NOM-029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5B1A6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 (maniobra MT)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maniobras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meses; autorización NOM-029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 (pruebas)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termografía I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campañas anuales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NOM-029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pruebas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 Supervisor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Licencias y protecciones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Tramita la licencia; verifica abierto con doble indicación y extrae con EPP arc-rated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Coloca candado y tarjeta personales en cada punto de aislamiento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0 V con detector probado antes y después; coloca tierras en ambos lados; delimita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Repone las tierras tras cada prueba y prueba las protecciones antes de energizar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Cuenta tierras al restituir y personal fuera antes de energizar en vacío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 con checklist firmado por C-12 y C-05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maniobras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meses; autorización NOM-029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MM-EAF-04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orden correcto de las 5 reglas de oro?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Aterrizar, desconectar, verificar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Desconectar, bloquear, 0 V, tierra, zona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Verificar, aterrizar, desconectar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usa el detector de tensión MT?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Solo en las 3 fases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Fuente conocida, 3 fases, fuente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Una fase basta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índice de polarización salió en 1.2. ¿Qué procede?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Energizar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energizar y secar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Repetir en un año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Dispara la protección Buchholz.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Re-energizar una vez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re-energizar; DGA urgente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Bloquear el OLTC y seguir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restituir, ¿qué se verifica con las tierras temporales?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Que estén limpias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Número retirado = número colocado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Que queden en el primario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alta tensión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licencia de maniobra no se toca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Firmada por C-12 y C-05, con unifilar actualizado.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0 V verificado no hay trabajo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probado antes y después, en las 3 fases.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Tierras en ambos lados, contadas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Primario y secundario; al restituir, retiradas = colocadas.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S-20 certificado maniobra MT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NOM-029 vigente (12 meses) y autorización escrita del patrón.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MM-EAF-04 — Mantenimiento del transformador del horno y maniobras de alta tensión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2026-09-25T20:02:37Z</dcterms:created>
  <dcterms:modified xsi:type="dcterms:W3CDTF">2026-09-25T20:02:37Z</dcterms:modified>
</cp:coreProperties>
</file>