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Nada húmedo, nada cerrado y nada frío toca el metal líquido. Principio rector: Nada húmedo, nada cerrado y nada frío toca el metal líquido.
PUNTOS A CERRAR: Presentar a los participantes, el objetivo y la ruta de certificación (teoría → OJT → evaluación práctica).
[POR CONFIRMAR] Humedad del DRI/HBI ≤ 1 % y temperatura de herramientas ≥ 150 °C (supuestos) · Tiempo de espera sin vapor ≥ 30 min tras fuga (supuesto) · Frecuencia de prueba del enclavamiento de fugas y curva de secado de refractario con OEM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Herramientas y lanzas ≥ 150 °C [Supuesto]. Secado de refractario nuevo según curva [Validar con OEM]. Tras fuga con agua en el baño: nadie a &lt; 25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c) ≈ 1,700 L — ≈ 1,700 L a 100 °C y más de 8,000 L a la temperatura del acero. Confinado, explota.
2) b) Bascular el horno — Bascular mezcla el agua con el baño y provoca la explosión. Arco fuera, no bascular, alejarse.
3) c) ≥ 8 h — Fuera de ciclo &gt; 4 h: ≥ 8 h de precalentamiento y cara caliente ≥ 1,000 °C.
4) b) Espero, escurro y C-17 libera — Chatarra con agua sobre el talón líquido puede explotar. No se carga canasta que gotea.
5) b) No vacío; achique y secado — Cualquier agua en fosas detiene el vaciado: achique y secado con absorbente seco.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Humedad del DRI/HBI ≤ 1 % y temperatura de herramientas ≥ 150 °C (supuestos) · Tiempo de espera sin vapor ≥ 30 min tras fuga (supuesto) · Frecuencia de prueba del enclavamiento de fugas y curva de secado de refractario con OEM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SEGURIDAD · MS-ACE-03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y metal líquido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Nada húmedo, nada cerrado y nada frío toca el metal líquido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(S-01, S-05, C-17)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1,700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 de vapor por 1 L de agua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Chatarra sin prohibidos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Canasta sin goteo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del EAF en rango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≥ 1,000 °C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Fosas y útiles secos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Molde vigilado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S-01 · S-02 · S-03 · S-04 · S-05 · S-07 · S-08 · S-10 · S-12 · S-13 · S-14 · S-24 · C-15 · C-17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cortas cada fuente de agua a tiempo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Rechazar chatarra peligrosa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Detectar recipientes cerrados, cilindros, agua, hielo y lodo; separar, abrir y escurrir antes de la canasta.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Vigilar el agua del EAF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 caudal ≤ 2 %, presión 4–6 bar y paneles ≤ 60 °C antes de energizar; responder a la alarma en ≤ 1 min.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Asegurar ollas, fosas y útiles secos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1,000–1,100 °C; fosas sin agua; herramientas y adiciones secas; ollas de escoria secas.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Responder a una fuga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fuera, no bascular ni mover electrodos, evacuar a ≥ 25 m; reanudar solo con C-05 y C-07.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L de agua atrapada bajo el acero se convierte en ≈ 1,700 L de vapor a 100 °C y en más de 8,000 L a la temperatura del acero. Si ese vapor queda confinado bajo el baño, en un recipiente o en una fosa, explota y proyecta metal líquido a decenas de metros.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Nada húmedo, nada cerrado y nada frío toca el metal líquido.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 patio al molde, cada rol cierra una fuente de agua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contra el agua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Ingeniero de Proceso / C-16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Co-dueños: límites de humedad, reanudación tras fuga, auditoría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C-17 / S-05 Patio de Chatarra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Inspeccionan cada camión; rechazan húmedo, cerrado y prohibido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Púlpito de Horno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la alarma de fuga (Δ caudal) y corta el arco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/ S-03 Horno de piso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Herramientas secas y precalentadas; buscan agua en el horno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 / C-15 Ollas y refractarios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Ollas y refractarios secos y precalentados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S-10 Manejo de Escoria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Ollas de escoria secas; volteo en área seca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S-13 / S-14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Vigilan ΔT y caudal de agua de molde; responden a fugas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 técnico en fugas de molde y secundaria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Seis barreras separan el agua del metal líquido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 patio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recipientes cerrados, agua ni hielo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Canasta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gotea; C-17 libera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del EAF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 ≤ 2 %, 4–6 bar, paneles ≤ 60 °C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Vigilar fusión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Alarma Δ &gt; 2 %: respuesta ≤ 1 min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caliente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1,000–1,100 °C; fría &gt; 4 h: ≥ 8 h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Fosas y útiles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Cero agua; herramientas secas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Molde CC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ΔT y caudal por línea en rango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Rechazos, alarmas y acciones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barrera cubre una fuente distinta de agua: si una falla, el metal no se mueve hasta restablecerla.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Nada húmedo, nada cerrado y nada frío toca el metal líquido.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agua en el horno: arco fuera, no bascular, alejarse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 Figura: ms-emergencia-arbol-decision.svg.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s-emergencia-arbol-dec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Rama A: con Δ caudal &gt; 4 % el arco sale; no se bascula ni se mueven electrodos.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evacúa la plataforma y la zona ≤ 25 m; nadie frente a la puerta ni al EBT.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espera sin vapor visible ≥ 30 min [Supuesto]; reanuda solo con C-05 y C-07.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fuga del panel se detecta comparando caudales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 Figura: mm-panel-enfriado-fuga.svg.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mm-panel-enfriado-fug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4475"/>
            <a:ext cx="6766560" cy="465201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 caudal = entrada menos salida de cada circuito de panel.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 &gt; 2 % da alarma; Δ &gt; 4 % dispara el arco.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Salida &gt; 60 °C o presión &lt; 3 bar también dan alarma.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detección de fugas avisa antes de la explosión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Detección de fugas del EAF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Compara caudal de entrada y salida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Δ &gt; 2 %; disparo Δ &gt; 4 %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Enclavamiento mensual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Termopares y presostato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Panel sin flujo; pérdida de presión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60 °C; 4–6 bar, alarma &lt; 3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Lecturas en HMI por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Precalentadores de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Secan y calientan el refractario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1,000–1,100 °C; fría &gt; 4 h: ≥ 8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Pirómetro de estación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Bandejas de secado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Quitan humedad a lanzas y útiles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150 °C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Termómetro de bandeja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Bodega techada de adiciones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Evita humedad en cal y aleaciones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Piso seco, techo sin goteras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semanal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Bombas de achique de fosas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Mantienen fosas sin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Arranque automático por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por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molde y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Evita molde seco o con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ΔT/caudal; emergencia ≤ 15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HMI; prueba 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 caudal, olla caliente y fosa seca fijan el límite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Normal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/ límite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 caudal agua EAF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2 % (objetivo &lt; 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2 % alarma; &gt; 4 % disparo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 potencia / arco 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Salida de panel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60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60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caudal;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agua EAF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4–6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3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 potencia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(cara caliente)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1,000–1,100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1,000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recibe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fría &gt; 4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8 h precalentar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8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usar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Humedad DRI/HBI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1 %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1 % o mojado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 el lote;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en fosas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cm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Cualquier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vaciar; achique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molde CC1 / CC2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6–9 / 6–10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11 / &gt; 12 °C; Q &lt; 90 %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 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Herramientas y lanzas ≥ 150 °C [Supuesto]. Secado de refractario nuevo según curva [Validar con OEM]. Tras fuga con agua en el baño: nadie a &lt; 25 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atrapada bajo el metal: la explosión que mata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Inspección y rechazo en patio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Recipientes cerrados se cortan o perforan; chatarra con agua, hielo o lodo no entra; canasta que gotea no se carga.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Detección de fugas del EAF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Alarma Δ caudal &gt; 2 % y disparo &gt; 4 %. Con agua en el horno: arco fuera, no bascular, evacuar ≥ 25 m.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Olla y útiles calientes y secos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≥ 1,000 °C (fría &gt; 4 h: ≥ 8 h); lanzas y herramientas secas y calientes; adiciones de bodega techada.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Fosas secas y molde vigilado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Cero agua bajo el vaciado y en el foso de escoria; ΔT y caudal de molde con agua de emergencia ≤ 15 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de zona roja frente a metal líquido (MS-ACE-01)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EPP también debe estar seco, incluidos los guantes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 mojado sobre metal caliente: quemadura por vapor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FR o 100 % algodón; prohibido lo sintético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agua en el baño, la zona roja sube a 25 m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 una fuga con agua en el baño, nadie a menos de 25 m del horno.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frente a la puerta ni al EBT mientras hay vapor.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zona se levanta solo con autorización de C-05 y C-07.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humedad también se paga en hidrógeno y sopladuras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se controla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Rechazo de chatarra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Lote libre de prohibidos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del patio, cada camión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Recipiente cerrado al horno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Alarmas de agua EAF y CC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Respuesta registrada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Historiador de proceso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sin respuesta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Precalentamiento de ollas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1,000–1,100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de ollas, cada ciclo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fuera de ciclo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Bitácora de fugas de panel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Reparación con LOTO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MM-EAF-01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recurrente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Incidentes agua–metal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Análisis ICAM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evento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Causa sin corregir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Hidrógeno en el acero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Bajo; sin humedad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LIMS si se requiere [Validar con C-09]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Pinholes y sopladuras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 y ferroaleaciones húmedas suben el hidrógeno: sopladuras en planchón y palanquilla.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pasos; diez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cada camión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Desde la plataforma: recipientes cerrados, agua, hielo, lodo, cilindros; pórtico de radiación sin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Lote libre de prohibidos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Separa y abre recipientes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tubo o recipiente cerrado se aparta, se corta o perfora y se escurre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Ningún cerrado en canasta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S-05, C-17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la canasta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gotea agua, espera y escurre; C-17 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goteo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S-04, C-17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agua del EAF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HMI: Δ caudal ≤ 2 %, presión 4–6 bar, paneles ≤ 60 °C; por la puerta: sin agua ni vapor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S-01, 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fuga en la fusión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Δ &gt; 2 %: reduce potencia; busca vapor, llama amarilla o chisporroteo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Respuesta ≤ 1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Precalienta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1,000–1,100 °C en cara caliente; si estuvo &gt; 4 h fuera, ≥ 8 h de precalentamiento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pisos y fosas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Foso de vaciado, pista del carro y foso de escoria sin agua; bombas de achique probadas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Cero agua estancada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S-03, S-10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pasos; diez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útiles y adiciones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Lanzas, cucharas y barras en bandeja de secado; adiciones de bodega techada; alambre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Secas y calientes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S-02, S-07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ollas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Secas, sin agua de lluvia; si tienen agua, se voltean y secan antes de usar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y caudal por línea en HMI; en alarma reduce velocidad y sigue condiciones anormales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Parámetros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Anota rechazos de chatarra, alarmas de fuga y acciones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S-05/S-01/S-12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Fuga en el EAF: no bascules y evacua a ≥ 25 m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 &gt; 4 %, vapor o llama amarilla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fuera; NO bascules ni muevas electrodos; evacúa a ≥ 25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C-07,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visible sobre el baño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Igual; nadie frente a puerta ni EBT; reanuda solo C-05 +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Explosión al cargar canasta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Evacúa; atiende lesionados; retén el lote para investigar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C-17,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húmeda o mal precalentada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fuera de ciclo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de molde alto o Q &lt; 90 %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Reduce velocidad; si no se recupera en ≤ 1 min, cierra la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en la fosa de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vacíes; achique; seca con absorbente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S-05, C-17 Patio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+ 30 camiones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Púlpito de Horno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coladas + simulador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S-02, S-03, S-07, S-10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S-08, S-24, C-15 Ollas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ollas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S-12, S-13, S-14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coladas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Canasta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canastas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Reconoce y rechaza recipientes cerrados y chatarra con agua; no carga canasta que gotea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Δ caudal, presión y temperatura de paneles del EAF antes de energizar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Atiende la alarma Δ &gt; 2 % en ≤ 1 min y explica por qué no se bascula con agua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olla ≥ 1,000 °C y herramientas y adiciones secas y calientes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Revisa fosas, pisos y ollas de escoria sin agua antes del vaciado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Vigila ΔT y caudal de molde; reduce velocidad o cierra la línea en alarma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 + 30 camiones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MS-ACE-03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¿Cuántos litros de vapor genera 1 L de agua a 100 °C?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≈ 17 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≈ 170 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≈ 1,700 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Δ caudal del EAF pasa de 4 % y ves vapor. ¿Qué NO debes hacer?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Cortar el arco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Bascular el horno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Evacuar a ≥ 25 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olla estuvo 6 h fuera de ciclo. ¿Cuánto precalentamiento necesita?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≥ 2 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≥ 4 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≥ 8 h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canasta gotea agua al levantarla. ¿Qué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Cargo rápido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Espero, escurro y C-17 libera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Cargo solo la mitad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Hay agua estancada en la fosa bajo el vaciado. ¿Qué haces?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Vacío con cuidado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vacío; achique y secado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Echo arena y vacío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agua y el metal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seguridad (pendientes: técnica, laboral, diseño instruccional).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Nada húmedo, cerrado o frío al metal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≥ 1,000 °C; útiles secos y calientes; recipientes abiertos.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agua en el horno no se bascula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fuera, no mover electrodos, evacuar a ≥ 25 m del horno.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Canasta que gotea no se carga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Escurrir y esperar la liberación de C-17.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en la fosa = no se vacía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Achique y secado antes de cualquier vaciado.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MS-ACE-03 — Prevención de explosiones por contacto agua–metal líquido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2026-09-25T19:42:31Z</dcterms:created>
  <dcterms:modified xsi:type="dcterms:W3CDTF">2026-09-25T19:42:31Z</dcterms:modified>
</cp:coreProperties>
</file>