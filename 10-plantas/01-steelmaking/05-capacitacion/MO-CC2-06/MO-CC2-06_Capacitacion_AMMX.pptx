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Cambiar la buza en ≤ 2 s sin perder la línea y cerrar en ≤ 10 s una línea que se vuelve peligrosa. Principio rector: Si una línea se vuelve peligrosa, ciérrala de inmediato con placa ciega.
PUNTOS A CERRAR: Presentar a los participantes, el objetivo y la ruta de certificación (teoría → OJT → evaluación práctica).
[POR CONFIRMAR] Tiempo de empuje, temperatura de buzas y vida de buza con el OEM / C-08 · Taponeo: presión 30–60 s, largo de varilla y mango de tenazas · Marca B de la palanquilla del cambio, zona de exclusión de 3 m y simulacro trimestral (C-16)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Una buza de 22 mm (≈ 3.0 m/min) que se abre a 23.5 mm lleva la línea a ≈ 3.4 m/min. Vida y tiempos: [Validar con OEM / C-08].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a) Se está tapando — Menos de 2.3 m/min indica taponamiento (óxidos, Al alto o acero frío): cambio de buza.
2) b) 900 °C — ≥ 900 °C y ≥ 30 min en el horno [Validar OEM]; con &lt; 850 °C no se usa.
3) c) Del lado contrario a la expulsión — La buza usada sale caliente hacia el cajón; nadie se coloca en la línea de expulsión.
4) a) Tapón cónico con varilla — El tapón con varilla desde arriba es el respaldo; el agua de molde nunca se corta.
5) b) ≤ 10 s — 5–10 s con placa ciega; si pasa de 30 s, se usa el tapón con varilla.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Tiempo de empuje, temperatura de buzas y vida de buza con el OEM / C-08 · Taponeo: presión 30–60 s, largo de varilla y mango de tenazas · Marca B de la palanquilla del cambio, zona de exclusión de 3 m y simulacro trimestral (C-16)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MO-CC2-06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Cambio de buza y cierre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Cambiar la buza en ≤ 2 s sin perder la línea y cerrar en ≤ 10 s una línea que se vuelve peligrosa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(S-13 / S-14)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cambios de buza supervisados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Velocidad = síntoma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Buza caliente y Ø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Posición segura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solo empuje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Placa ciega ≤ 10 s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S-13 Plataforma · S-14 Ayudante · S-12 Púlpito · S-15 Preparador · C-06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MO-CC2-06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cambias una buza sin perder la línea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MO-CC2-06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Detectar la buza gastada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Más de 3.5 m/min (erosión) o menos de 2.3 m/min (taponamiento); diferencia &gt; 0.4 m/min; vida 8–12 h.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Usar la buza correcta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Mismo Ø de la orden (160 × 160: 20–24 mm), ≥ 900 °C y en el carril ≤ 30 s después de salir del horno.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Cambiar sin exponerse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 lado contrario a la expulsión; un solo empuje continuo en ≤ 2 s.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Cerrar a tiempo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Placa ciega en ≤ 10 s; tapón con varilla como respaldo; ante breakout, detener la extracción.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buza de ZrO₂ se erosiona o se tapa y la línea te avisa con la velocidad. El cambio rápido corta el chorro 1–2 s; si el mecanismo se detiene a medias, el acero se derrama. Una línea con desbordamiento, breakout o sin agua se vuelve peligrosa en segundos.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una línea se vuelve peligrosa, ciérrala de inmediato con placa ciega.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S-13 empuja, S-14 trae la buza y S-12 fija la línea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MO-CC2-06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el cambio o cierre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Colada Continua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 el cambio y decide el cierre; en emergencia S-13 cierra y avisa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Operador de Plataforma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Ejecuta el cambio de buza y el cierre con placa ciega o tapón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 Ayudante de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Trae la buza caliente, vigila molde y chorro, confirma el nivel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Fija la velocidad, regresa a automático y ajusta la cola de la línea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 Ingeniero de Proceso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Analiza la vida de buzas y los taponamientos repetidos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 Preparador de Distribuidores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Mantiene el horno de repuesto con buzas calientes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velocidad te dice cuándo cambiar la buza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MO-CC2-06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307592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Detectar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&gt; 3.5 o &lt; 2.3 m/min, chorro o vida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783080" y="1691640"/>
            <a:ext cx="1307592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9476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Autorizar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Radio a C-06 y S-12: línea X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017520" y="1691640"/>
            <a:ext cx="1307592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821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Buza lista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Ø de la orden; ≥ 900 °C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251960" y="1691640"/>
            <a:ext cx="1307592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4165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Velocidad fija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S-12 pasa la línea a manual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48640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5099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Empujar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53212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solo movimiento; ≤ 2 s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72084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854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Revisar chorro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Compacto y centrado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955280" y="1691640"/>
            <a:ext cx="1307592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198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Automático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Nivel ± 5 mm en ≤ 30 s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9189720" y="1691640"/>
            <a:ext cx="1307592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543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falla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Placa ciega ≤ 10 s o tapón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424160" y="1691640"/>
            <a:ext cx="1307592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5887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Registrar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4698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Línea, hora, Ø, horas y causa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el chorro no queda compacto y el nivel no vuelve a ± 5 mm en ≤ 30 s, la línea se cierra.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una línea se vuelve peligrosa, ciérrala de inmediato con placa ciega.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empuje cambia la buza o cierra la línea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MO-CC2-06 v0.1 (Borrador para validación) y FT-ACE-001 v0.3. Material de capacitación; no sustituye al manual. Figura: cc2-distribuidor-6-lineas.svg.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cc2-distribuidor-6-line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" y="1417320"/>
            <a:ext cx="484632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buza nueva precalentada empuja a la usada, que sale hacia el cajón receptor.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una placa ciega (sin orificio) la línea queda cerrada.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respaldo es el tapón cónico con varilla desde la tapa del distribuidor.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Siete elementos listos antes de cada cambio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MO-CC2-06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Mecanismo de cambio rápido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Cambia la buza o cierra la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Empuje ≤ 2 s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Carril libre; cilindro operando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Buzas de repuesto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Reemplazo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Ø de la orden (160 × 160: 20–24 mm)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900 °C y ≥ 30 min en el horno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Placas ciegas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Cierran la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 por línea + 2 de repuesto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Precalentadas en el horno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Horno de buzas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Mantiene buzas calientes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900 °C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Mínimo 6 buzas y 2 placas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Tenazas para buza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Manipulan la buza caliente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Mango ≥ 1.2 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deformación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Varilla de taponeo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Respaldo de cierre desde arriba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Tapón Ø 15–24 mm; varilla ≥ 3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listas y secas por turno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Cajón receptor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la buza usada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Seco, con arena seca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Vacío al inicio del turno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Velocidad, horas y temperatura deciden el cambio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MO-CC2-06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Velocidad de la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3.0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2.5–3.5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3.5 o &lt; 2.3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Cambio de buza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Diferencia vs. promedio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0.3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± 0.4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Programa el cambio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Horas de la buza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10 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8–12 h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12 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Cambio programado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la buza de repuesto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1,000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900 °C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850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la uses; toma otra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Corte del chorro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1–2 s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5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el mecanismo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Recuperación del nivel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30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15–30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60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Velocidad fija y avisa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Cierre de emergencia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5–10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30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Usa el tapón con varilla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del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700–850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870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un poco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buza de 22 mm (≈ 3.0 m/min) que se abre a 23.5 mm lleva la línea a ≈ 3.4 m/min. Vida y tiempos: [Validar con OEM / C-08].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Acero bajo el distribuidor: fuera de la expulsión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MO-CC2-06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Fuera de la línea de expulsión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S-13 y S-14 en la posición de cambio, del lado contrario a la salida de la buza; EPP aluminizado (MS-ACE-01).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Solo buzas y placas calientes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 horno de repuesto a ≥ 900 °C: una buza fría o húmeda explota o se congela.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Cierre con respaldo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Placa ciega en ≤ 10 s; si no cierra, tapón con varilla desde la plataforma con barandal (MS-ACE-10).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Molde de línea cerrada con ESR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Obturador cerrado por el ESR (C-16), con su candado y &lt; 2 × fondo medido antes de intervenir el molde (MS-ACE-07).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Chamarra y polainas aluminizadas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Careta con visor dorado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 con barbiquejo y guantes aluminizados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Botas de fundidor y ropa retardante a la flama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 y dosímetro personal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Buza equivocada, velocidad equivocada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MO-CC2-06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Ø de la buza de repuesto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 de la orden, ± 0.2 mm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Calibrador al cargar el horno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Velocidad fuera de rango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Chorro después del cambio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Compacto y centrado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 inmediato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Salpicaduras, pinholes, romboidad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Palanquilla del cambio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Marcada B [Validar]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 que contiene el cambio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 de nivel, inclusiones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Causa del cierre de línea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cierre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Pérdida de aprendizaje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Taponamientos en varias líneas apuntan a la química (Al alto) o al acero frío: avisa al LF y a C-08.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siete no admiten error (1/3)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MO-CC2-06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Confirma la necesidad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Velocidad, forma del chorro y horas de servicio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 de cambio cumplido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S-12, 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 y pide autorización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Radio a C-06 y S-12: cambio de buza línea X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la buza de repuesto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Ø en la etiqueta y temperatura del horno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Ø correcto; ≥ 900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Fija la velocidad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pasa la línea a velocidad fija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Línea en manual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 la buza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 tenazas, en ≤ 30 s desde que sale del horno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Buza asentada en el carril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S-14, 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Toma la posición segura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Del lado contrario a la expulsión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Nadie en la línea de expulsión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S-13, 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Empuja la buza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Un solo movimiento continuo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 s; la usada cae al cajón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siete no admiten error (2/3)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MO-CC2-06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el chorro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Compacto y centrado en el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abanico ni desviación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Regresa a automático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Cuando el nivel esté a ± 10 mm del punto de ajuste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5 mm en ≤ 30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 y repone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Línea, hora, Ø, horas de la usada y causa; carga otra buza del mismo Ø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completo; horno con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S-13, S-15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Decide el cierre y avisa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Radio: cierre de línea X; en emergencia actúa y luego avisa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enterado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Empuja la placa ciega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Placa del horno, igual que en los pasos 5–7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Chorro cortado en ≤ 10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S-13, 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Tapona si no cierra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Tapón cónico con varilla en la boca de la buza, presión firme 30–60 s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Chorro cortado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Controla la línea cerrada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Breakout o atoramiento: detén la extracción; si no, cola controlada (MO-CC2-07)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Línea en condición segura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siete no admiten error (3/3)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MO-CC2-06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Compensa 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un poco la olla; el nivel tiende a subir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700–850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 y reporta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Última palanquilla de la línea con C; reporte de causa, hora y acciones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Rastreo y reporte a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S-16, 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el cambio falla: placa ciega o tapón con varilla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MO-CC2-06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 buza nueva no fluye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Empuja otra buza caliente; si falla, placa ciega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Mecanismo atorado a medio camino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con tapón desde arriba; no fuerces con las manos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Chorro abierto tras el cambio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la línea (bloque asiento dañado o escoria en el pozo)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 placa ciega no cierra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Tapón con varilla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Taponamientos en varias líneas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 al LF (química) y a 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C-07, 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Distribuidor sube al cerrar líneas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la olla parcialmente; con &gt; 870 mm, cierre adicional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Buza expulsada fuera del cajón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Acordona; deja enfriar; no la toques sin tenazas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MO-CC2-06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Operador de Plataforma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 cambios + 3 cierres o simulacro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 Ayudante de Colada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 cambios de buza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cambios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 Ø y temperatura de la buza de repuesto antes de usarla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 coloca fuera de la línea de expulsión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Cambia la buza en un solo empuje (≤ 2 s)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Cierra una línea con placa ciega en ≤ 10 s (simulacro)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Tapona con varilla como respaldo y detiene la extracción ante un breakout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MO-CC2-06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 cambios + 3 cierres o simulacro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MO-CC2-06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línea baja sola a 2.2 m/min. ¿Qué pasa con su buza?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Se está tapando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Se está erosionando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Está bien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temperatura mínima debe tener la buza de repuesto?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600 °C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900 °C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1,300 °C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¿Dónde te colocas al empujar la buza?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Frente a la expulsión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Bajo el distribuidor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Del lado contrario a la expulsión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placa ciega no cierra la línea. ¿Qué sigue?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Tapón cónico con varilla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Esperar a que se congele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Cortar el agua de molde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¿En cuánto tiempo se cierra una línea en emergencia?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≤ 2 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≤ 10 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≤ 5 min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del cambio de buza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 (pendientes: seguridad, laboral, diseño instruccional).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Buza de la orden y caliente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Mismo Ø de la orden y ≥ 900 °C; nunca una buza fría o húmeda.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en la línea de expulsión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cambio se hace del lado contrario a la salida de la buza usada.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solo empuje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Movimiento continuo; si se atora, tapón desde arriba, nunca las manos.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Línea peligrosa, línea cerrada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Desbordamiento, breakout o sin agua: placa ciega de inmediato.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MO-CC2-06 — Cambio rápido de buza calibrada y taponeo o cierre de línea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2026-09-25T19:42:29Z</dcterms:created>
  <dcterms:modified xsi:type="dcterms:W3CDTF">2026-09-25T19:42:29Z</dcterms:modified>
</cp:coreProperties>
</file>