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Detectar, aislar y reparar la fuga sin exponer a nadie al contacto agua–metal líquido. Principio rector: Con agua en el horno no se bascula, no se mueven electrodos y nadie se acerca a menos de 25 m.
PUNTOS A CERRAR: Presentar a los participantes, el objetivo y la ruta de certificación (teoría → OJT → evaluación práctica).
[POR CONFIRMAR] Diámetro y espesor del tubo, pandeo y torque de bridas con el OEM · Tiempo de espera sin vapor ≥ 30 min y T de salida ≤ 50 °C (supuestos) · WPS de reparación y H ≤ 5 ppm en LF (validar con C-09)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Tubo, pandeo, filtro de 5 s y torques de bridas: [Validar con OEM / Ingeniería de Mantenimiento]. Calibración de FT anual (&gt; ±1 %: recalibrar).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&gt; 4 % — ΔQ &gt; 2 % da alarma e inspección; ΔQ &gt; 4 % abre el interruptor del arco y corta O₂, GN y carbono.
2) b) No bascular y evacuar a ≥ 25 m — Con agua en el horno no se bascula ni se mueven electrodos; se evacúa y se espera sin vapor ≥ 30 min.
3) b) Cambiar el panel completo — Se repara solo si todos los puntos miden ≥ 5 mm; con menos de 5 mm se cambia el tubo o el panel.
4) b) 10 bar por 30 min — 10 bar sostenidos 30 min con la bomba aislada: cualquier caída o goteo es rechazo.
5) b) 0 % LEL detectable (≤ 1 % de lectura) — &lt; 10 % LEL es para entrar; para trabajo en caliente se exige 0 % LEL detectable en monitoreo continuo.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Diámetro y espesor del tubo, pandeo y torque de bridas con el OEM · Tiempo de espera sin vapor ≥ 30 min y T de salida ≤ 50 °C (supuestos) · WPS de reparación y H ≤ 5 ppm en LF (validar con C-09)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MM-EAF-01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Fugas en paneles EAF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Detectar, aislar y reparar la fuga sin exponer a nadie al contacto agua–metal líquido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(S-19 Mecánico)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3 reparaciones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 ΔQ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seguro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energía cero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Reparar o cambiar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10 bar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Liberación firmada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S-19 Mecánico · S-23 Soldador · S-21 Instrumentista · S-20 Electricista · S-04 Grúa de Carga · C-11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reparas la fuga sin agua sobre el metal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Asegurar el horno ante una fuga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ΔQ &gt; 4 % o agua visible: arco fuera, no bascular, evacuar a ≥ 25 m y esperar sin vapor ≥ 30 min.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con LOTO y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Bloquear E1–E6 con candado personal y probar: arranque rechazado, 0 V, 0 bar y gases en rango.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Decidir: soldar o cambiar el panel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UT en malla de 50 × 50 mm: todo ≥ 5 mm se repara con WPS; si no, se cambia el panel completo.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y liberar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hidrostática 10 bar / 30 min sin caída; ΔQ ≤ 0.5 % y liberación firmada por C-11 y C-05.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más acero líquido es explosión de vapor: proyección de metal y fatalidad. Este manual es de riesgo máximo. Una fuga pequeña que no se detecta también mete hidrógeno al acero y termina en sopladuras y rechazo en laminación.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agua en el horno no se bascula, no se mueven electrodos y nadie se acerca a menos de 25 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C-11 es dueño; nadie libera sin la firma de C-05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reparación de fugas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Supervisor de Mantenimiento Mecánico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emite OT, coordina LOTO y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Aislamiento del agua, cambio de panel, prueba hidrostática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S-23 Soldador Calificado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Reparación de tubos por soldadura con WPS calificado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 FT, TT y PT; verifica la lógica de fuga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Operador de Púlpito de Horno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Detiene el arco, no bascula, bloqueo de operación;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el paro y firma la liberación por operación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Operador de Grúa de Carga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el panel de repuesto o la bóveda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Primero se asegura el horno, después se repara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ΔQ &gt; 2 % o fuga visible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Asegurar horno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fuera, no bascular, ≥ 25 m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Esperar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Circuito cerrado; sin vapor ≥ 30 min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E1–E6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Candados y prueba de energía cero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Drenar y medir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 bar; UT alrededor de la fuga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Reparar o cambiar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 ≥ 5 mm soldar; si no, panel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10 bar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 min, caída 0 bar y sin goteo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Circular agua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ΔQ ≤ 0.5 %, P 4–6 bar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C-11 y C-05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reparación empieza cuando el horno está seguro y sin agua sobre el baño, nunca antes.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agua en el horno no se bascula, no se mueven electrodos y nadie se acerca a menos de 25 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ΔQ &gt; 2 % avisa; ΔQ &gt; 4 % dispara el arco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Figura: mm-panel-enfriado-fuga.svg.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m-panel-enfriado-fug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4475"/>
            <a:ext cx="6766560" cy="465201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panel tiene FT de entrada y de salida; el PLC calcula ΔQ % = (Q ent − Q sal) / Q ent × 100.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ΔQ &gt; 2 % da alarma; ΔQ &gt; 4 % dispara el arco y corta O₂, gas natural y carbono.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V1 y V2 son los puntos LOTO del circuito; el dren y el venteo sirven para drenar y para la prueba hidrostática.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detectan, aíslan y prueban la fuga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Paneles de pared (tubo)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Enfriar la pared sobre la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70 × 10 mm A106-B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≥ 5 mm; pandeo ≤ 20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Bóveda enfriada y codo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Enfriar bóveda y ducto de humos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Circuitos por sector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ΔQ ≤ 0.5 %; T salida ≤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Medidores FT ent/sal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Detectar la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Electromagnéticos, ±0.5 %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Etiqueta de calibración ≤ 12 meses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Transmisores TT y PT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salida y presión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Pt100; 0–10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Coincide con manómetro ±0.2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Válvulas V1 / V2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Aislar el circuito (punto LOTO)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Mariposa/compuerta con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hermético, porta-candado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Bombas y cabezal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Suministro de agua al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2,200 m³/h, 4–6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≥ 4 bar en cabezal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Bomba de prueba hidrostática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presión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0–25 bar; manómetro clase 0.5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Manómetro 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 &lt; 5 mm o ΔQ &gt; 4 %: el panel no sigue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de suministro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4–6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 bar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total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2,200 m³/h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 del nominal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ΔQ por circuito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0–1 %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2 % alarma; &gt; 4 % disparo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salida de panel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35–55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 °C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de tubo (UT)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mm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6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 mm: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 zona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Pandeo del panel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20 mm: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hidrostática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bar /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1.5 × 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o goteo =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reparación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Lógica ΔQ (4–20 mA)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2 %, disparo 4 %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dispara: no operar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Trimestral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Tubo, pandeo, filtro de 5 s y torques de bridas: [Validar con OEM / Ingeniería de Mantenimiento]. Calibración de FT anual (&gt; ±1 %: recalibrar).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sobre acero líquido: la explosión que mata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Disparo y evacuación por agua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ΔQ &gt; 4 % dispara el arco. Con agua en el horno: no bascular, evacuar a ≥ 25 m y esperar sin vapor ≥ 30 min (MS-ACE-03).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E1–E6 con candado personal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Eléctrica MT (S-20), hidráulica, O₂/GN purgado con N₂, neumática y DRI, agua V1/V2 y perno de basculamiento.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Prueba de energía cero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 rechazado en HMI y botonera, detector de tensión, 0 bar; O₂ 19.5–23.5 %, CO &lt; 25 ppm, &lt; 10 % LEL.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Trabajo en caliente y altura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Soldar solo con 0 % LEL detectable (≤ 1 % de lectura) en monitoreo continuo; arnés y línea de vida (NOM-009).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careta facial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aluminizada y guantes para calor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metatarsales y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de cuerpo completo en altura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en demolición de escoria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Soldadura: careta DIN 10–13, mangas y peto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energías se bloquean antes de tocar el panel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Eléctrica, hidráulica, O₂/GN, neumática y DRI, agua del circuito y gravedad: cada una con su candado.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agua se bloquea solo en el panel en reparación: V1 y V2 cerradas, dren abierto.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una lectura de la prueba de energía cero no cumple, no se trabaja y se avisa a C-04.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agua que entra al baño sale como hidrógeno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Ingreso de agua al baño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(ΔQ ≤ 0.5 %)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PLC continuo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 alto: sopladuras y pinholes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 en acero (grados sensibles)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ppm en LF [Validar con C-09]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Sonda de H tras colada sospechosa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Porosidad; rechazo en laminación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espumosa estable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manchas de escoria enfriada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del S-01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descubierto, más daño a paneles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salida de panel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60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TT continuo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Incrustación, fatiga térmica, fuga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fuga pequeña bajo 2 % no dispara, pero sí mete hidrógeno: vapor y manchas negras también son alarma.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trece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 en la HMI el circuito con mayor ΔQ y mayor T de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Circuito identificado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Asegura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ΔQ &gt; 4 % o agua visible: arco, O₂/GN/C fuera; no bascules ni muevas electrodos; evacúa a ≥ 25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a menos de 25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Espera la evaporación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circuito a distancia; sin vapor visible ≥ 30 min [Supuesto]; reanuda solo con C-05 +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registrada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Vacía el horno si es seguro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por EBT solo con autorización de C-05 y sin agua sobre el baño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metal o talón controlado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Emite OT y permisos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OT, permiso en caliente, altura y, si aplica, espacio confinado; análisis de riesgos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Permisos firmados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 E1–E6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ejecutante coloca su candado en la caja grupal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y tarjetas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Arranque desde HMI y botonera; detector de tensión; 0 bar; O₂ 19.5–23.5 %, CO &lt; 25 ppm, &lt; 10 %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energía; gases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trece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Drena y ventea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dren y venteo; espera que el manómetro marque 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bar, 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Localiza y mide espesores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o aire a 2 bar con agua jabonosa [Validar]; UT en malla 50 × 50 mm, 300 mm alrededor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≥ 5 mm: reparar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Repara por soldadura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vigente, LEL ≤ 1 % continuo; corta ≥ 150 mm, bisel 37.5°, GTAW + E7018 [Validar WPS]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porosidad ni socavado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cambia el panel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con plan de izaje; juntas nuevas; bridas en cruz, M20 8.8: 350–400 N·m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Panel asentado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hidrostática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Llena, ventea, sube a 10 bar, aísla la bomba y sostén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0 bar, sin goteo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la soldadura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y líquidos penetrantes en las uniones reparadas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indicaciones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orden inverso; cada quien retira su candado; personal fuera verificado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fuera, área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trece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Circula agua y verifica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V2 y luego V1; circula 10 min; ΔQ ≤ 0.5 %, T estable, P 4–6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Valores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el equipo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de liberación firmado por Mantenimiento y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 por C-11 y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ΔQ &gt; 4 %: arco fuera, no bascular, evacuar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ΔQ &gt; 4 % (disparo)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fuera, no bascular, evacuar a ≥ 25 m; cerrar circuito; sin vapor ≥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en alarma en el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trabajo en caliente y sal; ventila; revisa E3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≥ 200 ppm o ≥ 20 %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Evacúa el sector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ΔQ entre 2 y 4 %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visualmente con el arco apagado; comparar FT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ΔQ oscila sin fuga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Ventear el circuito; limpiar electrodos del FT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salida &gt; 60 °C, caudal normal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potencia; revisar escoria y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&lt; 3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a bomba de reserva; si no recupera, detener el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Explosión o proyección de metal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 MS-ACE-09; no reingresar sin autorización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3 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altura y confinado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S-23 Soldador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ASME IX/AWS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6 sin uso: recalificar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pruebas de lógica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NOM-029 + MT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bloqueos E1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Grúa de Carga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 + izaje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izajes de panel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Emisor de permisos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permisos con tutor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bascula con agua, evacúa a ≥ 25 m y vacía solo con autorización de C-05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permisos en caliente, altura y confinado; aplica LOTO completo E1–E6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energía cero: arranque rechazado, 0 V, 0 bar y gases (≤ 1 % LEL para soldar)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Suelda con monitoreo continuo o iza el panel sin nadie bajo la carga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hidrostática 10 bar / 30 min sin caída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candados con conteo, circula agua antes de energizar y libera con doble firma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/ 3 reparaciones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altura y confinado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MM-EAF-01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ΔQ se dispara el arco del horno?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&gt; 2 %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&gt; 4 %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&gt; 10 %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Hay agua visible sobre el baño. ¿Qué haces con el horno?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Bascular para vaciar rápido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bascular y evacuar a ≥ 25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Subir los electrodos y seguir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UT, un punto junto a la fuga mide 4.5 mm. ¿Qué procede?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Soldar la fuga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Cambiar el panel completo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Operar y medir la semana siguiente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prueba hidrostática después de reparar?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6 bar por 10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10 bar por 30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25 bar por 5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atmósfera se requiere para soldar u oxicortar?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&lt; 10 % LEL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0 % LEL detectable (≤ 1 % de lectura)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&lt; 20 % LEL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las fugas de agua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pendiente.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en el horno: no se bascula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fuera, evacuar a ≥ 25 m y esperar sin vapor ≥ 30 min.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toca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personal en E1–E6 y prueba de arranque, tensión, presión y gases.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Menos de 5 mm: se cambia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tubo o panel con espesor &lt; 5 mm no se repara con soldadura.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prueba de 10 bar no se libera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 min sin caída ni goteo; liberación firmada por C-11 y C-05.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MM-EAF-01 — Detección y reparación de fugas en paneles y bóveda enfriados por agua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2026-09-25T19:42:25Z</dcterms:created>
  <dcterms:modified xsi:type="dcterms:W3CDTF">2026-09-25T19:42:25Z</dcterms:modified>
</cp:coreProperties>
</file>