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Medir T y O activo y tomar una muestra confiable para vaciar en ventana, sin exponer a nadie en la puerta. Principio rector: Sonda seca, puerta libre y curva válida; si no, no hay lectura.
PUNTOS A CERRAR: Presentar a los participantes, el objetivo y la ruta de certificación (teoría → OJT → evaluación práctica).
[POR CONFIRMAR] Profundidad y tiempos de la lanza, tipo de termopar y práctica de arco durante la medición con el OEM · Exactitud ± 3 °C, meseta, tiempo de análisis, calibración mensual y velocidad de calentamiento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Calentar ≈ 1 min por 8–10 °C con tap 14 [Supuesto]. Termopar tipo S o B [Validar con OEM]. Dos lecturas sin energía con &gt; 10 °C de diferencia: revisar lote.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Desecharla — Sonda húmeda = proyección de metal por la puerta. Se desecha y se revisa el almacén.
2) b) Meseta ≤ 2 °C por ≥ 1.5 s — Subida lenta: sonda en escoria. Picos: contacto o termopar dañado. En ambos casos se repite.
3) b) 1,615–1,645 °C — Objetivo 1,630 °C según grado; &lt; 1,610 se calienta; &gt; 1,650 se ajusta y se avisa a LF.
4) b) Pedir autorización a C-05 — Respaldo manual solo con OK de C-05, arco apagado, EPP completo, un intento y un observador.
5) a) Calcular el Al de la olla — Con el O activo se calculan el Al y las aleaciones de la olla (MO-EAF-07).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Profundidad y tiempos de la lanza, tipo de termopar y práctica de arco durante la medición con el OEM · Exactitud ± 3 °C, meseta, tiempo de análisis, calibración mensual y velocidad de calentamiento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MO-EAF-06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Temperatura y muestreo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 T y O activo y tomar una muestra confiable para vaciar en ventana, sin exponer a nadie en la puerta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(S-02)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50 mediciones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1,630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°C de vaciado (± 15, por grado)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Sonda seca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Puerta libre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Inmersión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Curva válida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Laboratorio ≤ 4 min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Decisión de vaciado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S-02 Segundo Hornero · S-11 Muestrero / Analista · S-01 Primer Hornero · C-05 Supervisor de Hornos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mides bien a la primera y sin exponerte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Usar solo sondas secas e íntegras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Tomar del almacén seco el tipo correcto; desechar la sonda con cartón húmedo, roto o golpeado.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 en el momento correcto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M1 a mitad del DRI (T); M2 al inicio del afino (T + O + muestra); M3 1–2 min antes de vaciar (T + O).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Validar la curva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Meseta ≤ 2 °C por ≥ 1.5 s; si no, repetir con otra sonda, máximo 2 intentos.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Decidir el vaciado con datos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 1,630 ± 15 °C, O 500–900 ppm, C 0.04–0.08 %, P ≤ 0.015 %; enviar T y O a olla y LF.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la T, el O y la muestra se decide el vaciado y se calcula el Al de la olla. Una lectura falsa vacía acero frío, sobreoxidado o fuera de grado. Y una sonda húmeda o una persona frente a la puerta durante la inmersión son quemaduras graves.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Sonda seca, puerta libre y curva válida; si no, no hay lectura.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S-02 mide, S-11 analiza y S-01 decide el vaciado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la medición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Supervisor de Hornos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autoriza la medición manual y vaciar con datos incompletos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Segundo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Monta la sonda, opera la lanza, valida la curva y envía la muestra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S-11 Muestrero / Analista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Analiza la muestra en el espectrómetro; reporta en ≤ 4 min [Supuesto]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Primer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Pide la medición a tiempo; decide ajustes y la hora de vaciado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 Ingeniero de Proceso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Define momentos de medición, tipos de sonda y reglas de validación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C-09 Metalurgista de Producto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Define límites químicos por grado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lectura mala se repite; nunca se adivina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Pedir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S-01 solicita M1, M2 o M3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Sonda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Seca, íntegra y del tipo correcto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Montar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“Contacto OK” en la HMI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Puerta libre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Arco reducido o apagado; nadie al frente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Inmergir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300–400 mm; T 4–6 s, O 8–12 s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Validar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Meseta; si no, otra sonda (máx. 2)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Muestra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Tubo neumático; laboratorio ≤ 4 min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Decidir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T, O, C, P en ventana → MO-EAF-07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lectura dentro de la escoria da una T falsa: profundidad correcta y meseta, o se repite.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Sonda seca, puerta libre y curva válida; si no, no hay lectura.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lanza entra por la puerta y cruza la escoria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MO-EAF-06 v0.1 (Borrador para validación) y FT-ACE-001 v0.3. Material de capacitación; no sustituye al manual. Figura: eaf-corte-horno.svg.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eaf-corte-hor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1417320"/>
            <a:ext cx="67310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lanza manipuladora entra por la puerta de escoria (13).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sonda cruza la escoria espumosa (4) y mide 300–400 mm dentro del acero.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lectura en la escoria da T falsa: por eso se valida la meseta.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Tres mediciones: M1 en el DRI, M2 y M3 en el afino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MO-EAF-06 v0.1 (Borrador para validación) y FT-ACE-001 v0.3. Material de capacitación; no sustituye al manual. Figura: eaf-ciclo-colada.svg.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eaf-ciclo-cola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75181"/>
            <a:ext cx="6766560" cy="433059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M1: T a mitad de la alimentación de DRI (≈ min 24–26 de arco).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M2: T + O + muestra al inicio del afino, con el DRI detenido.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M3: T + O 1–2 min antes de vaciar, para calcular Al y aleaciones de la olla.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equipos; la sonda seca es la primera condición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Lanza manipuladora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Inmerge sondas sin exponer a nadie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Profundidad y tiempo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Contacto de portasondas; sin alarmas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Termopar desechable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Temperatura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3 °C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Lote vigente, almacenado seco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Sonda T + O (celda ZrO₂)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Temperatura y O activo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 de O según proveedor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Lote vigente, seca, sin golpes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Muestreador (paleta)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Muestra para espectrómetro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 desoxidante Al/Zr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Seco y sin daño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HMI de lectura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Muestra la curva y el valor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Validación automática de meseta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Calibración mensual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Tubo neumático y OES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Envía y analiza la muestra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C, P, S, Mn, Cu, Ni, Cr, Mo, Sn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atascos; OES estandarizado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Lanza manual de respaldo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Medir si falla el robot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Guardada seca; solo con autorización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T, O, C y P abren o cierran la ventana de vaciado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vaciado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1,630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1,615–1,645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1,610 o &gt; 1,650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1,610: calentar; &gt; 1,650: LF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activo al vaciado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700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500–900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1,000 o &lt; 400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1,000: menos O₂, más 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 al vaciado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0.06 %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0.04–0.08 %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0.10 %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Más O₂ en el afino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 al vaciado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0.012 %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0.015 %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0.015 %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vaciar sin C-05 /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Profundidad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300–400 mm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Repetir: T falsa en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de inmersión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5 s; O 10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4–6 s; O 8–12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15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Sonda destruida; repetir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Meseta válida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 °C en ≥ 1.5 s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meseta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Repetir con otra sonda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de análisis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4 min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3–5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6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decide con T y 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Calentar ≈ 1 min por 8–10 °C con tap 14 [Supuesto]. Termopar tipo S o B [Validar con OEM]. Dos lecturas sin energía con &gt; 10 °C de diferencia: revisar lote.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Sonda húmeda o puerta ocupada: no se mide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MO-EAF-06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Sonda seca o no entra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Almacén seco y cerrado; cartón íntegro. Sonda húmeda o golpeada se desecha: puede proyectar metal por la puerta.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Nadie frente a la puerta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Roja ≤ 5 m de la puerta, amarilla 5–15 m, mientras la lanza está dentro. Se mide con la lanza manipuladora.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Medición manual solo autorizada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OK de C-05, arco apagado, EPP aluminizado completo, un intento y un segundo trabajador observando.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Arco y retiro de la muestra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Potencia reducida o arco apagado según la práctica [Validar con OEM]; retiro lento; la muestra se enfría protegida.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Careta con visor dorado y capucha aluminizada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Chaqueta, polainas y guantes aluminizados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ignífuga y botas metatarsales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 y detector multigás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Laboratorio: lentes y guantes para muestra caliente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medir, solo el ejecutor en zona roja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MO-EAF-06 v0.1 (Borrador para validación) y FT-ACE-001 v0.3. Material de capacitación; no sustituye al manual. Figura: ms-zonas-exclusion-nave.svg.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zonas-exclusion-n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Muestreo y temperatura: solo el ejecutor en roja, a ≥ 1.5 m de la puerta.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Medición manual: de lado a la puerta y máximo 2 min en zona roja.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Salida a zona verde o refugio en ≤ 30 s desde cualquier punto rojo.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muestra mala es un análisis falso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vaciado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1,630 ± 15 °C según grado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Sonda en M3, cada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congelada o refractario dañado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activo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500–900 ppm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Sonda en M2 y M3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 fuera de rango o exceso de inclusiones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Química del baño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 0.04–0.08 %; P ≤ 0.015 %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Muestra en M2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Colada fuera de grado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Representatividad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Paleta sin porosidad ni escoria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 en laboratorio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Análisis falso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Trazabilidad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Colada, momento y hora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Etiqueta automática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Error de asignación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O activo de M3 es la base del cálculo de Al de la olla: con señal inestable no se usa.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Once pasos; tres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MO-EAF-06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 sondas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Del almacén seco, el tipo requerido (T, T + O, muestreador); cartón sin humedad, roturas ni golpes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Sonda íntegra y seca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Monta la sonda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 el portasondas hasta el tope; verifica “contacto OK” en la HMI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Contacto OK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Coordina con el púlpito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reduce potencia o apaga el arco según la práctica; DRI detenido en M2/M3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Confirmación por radio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Despeja la puerta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Nadie frente a la puerta ni en la trayectoria de la lanza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Zona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Inmerge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Ciclo automático: 300–400 mm bajo la escoria; T 4–6 s, O 8–12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Ciclo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Valida la curva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Meseta ≤ 2 °C por ≥ 1.5 s; si no es válida, repite con otra sonda (máx. 2 intentos)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Lectura válida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y envía la muestra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la paleta sin golpear; enfría en posición protegida; tubo neumático con identificación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Muestra en laboratorio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Once pasos; tres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MO-EAF-06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Analiza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 la superficie, analiza y reporta en ≤ 4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Resultado en nivel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Decide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Compara T, O, C y P con la ventana del grado; decide ajuste o vaciado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Ventana cumplida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Informa a olla y LF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Envía T y O finales para el cálculo de adiciones (MO-EAF-07) y a LF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Datos transmitidos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Respaldo manual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Solo si falla el robot: OK de C-05, arco apagado, EPP completo, un intento, segundo trabajador observando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Lectura sin exposición prolongada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/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 proyección: retirar la lanza y alejarse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MO-EAF-06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meseta o lectura errática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Repetir con otra sonda; limpiar contactos; revisar profundidad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S-01; C-07 si repite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Proyección al inmergir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Retirar la lanza y alejarse; apartar el lote; no usar sus sondas (MS-ACE-03)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Muestra con porosidad o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Tomar una nueva muestra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Lanza manipuladora sin servicio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Mantenimiento; respaldo manual solo con autorización de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Mtto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Laboratorio &gt; 6 min sin resultado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decide con T y O; C-05 autoriza vaciar solo si el grado lo permite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&gt; 30 °C distinta a la esperada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Repetir la medición; revisar el DRI (MO-EAF-03)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 &gt; 0.015 %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vaciar; aplicar MO-EAF-05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MO-EAF-06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Segundo Hornero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 / 50 mediciones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S-11 Muestrero / Analista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 h / 100 análisis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Primer Hornero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decisiones de vaciado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Rechaza una sonda húmeda o dañada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Mantiene la zona de la puerta libre durante la inmersión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Reconoce una curva válida y una no válida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Conoce las condiciones de la medición manual y no la hace sin autorización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MO-EAF-06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 / 50 mediciones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MO-EAF-06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haces con una sonda cuyo cartón está húmedo?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Secarla junto a la puerta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Desecharla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Usarla solo para medir T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curva de temperatura es válida?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Subida lenta sin meseta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Meseta ≤ 2 °C por ≥ 1.5 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Picos y caídas bruscas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la ventana típica de T de vaciado?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1,560–1,590 °C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1,615–1,645 °C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1,680–1,710 °C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Falla la lanza manipuladora. ¿Qué haces?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Medir a mano de inmediato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Pedir autorización a C-05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Vaciar sin medir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¿Para qué sirve el O activo medido en M3?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Calcular el Al de la olla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Medir el nitrógeno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Conocer el peso vaciado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medición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técnica, seguridad, laboral, diseño instruccional.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Sonda húmeda no entra al horno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Cartón húmedo, roto o golpeado: se desecha.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frente a la puerta en la inmersión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Roja ≤ 5 m; se mide con la lanza manipuladora.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meseta no hay lectura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 repite con otra sonda, máximo 2 intentos.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Medición manual solo con OK de C-05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Arco apagado, EPP completo, un intento y un observador.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MO-EAF-06 — Medición de temperatura, oxígeno activo y muestreo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2026-09-25T20:02:40Z</dcterms:created>
  <dcterms:modified xsi:type="dcterms:W3CDTF">2026-09-25T20:02:40Z</dcterms:modified>
</cp:coreProperties>
</file>