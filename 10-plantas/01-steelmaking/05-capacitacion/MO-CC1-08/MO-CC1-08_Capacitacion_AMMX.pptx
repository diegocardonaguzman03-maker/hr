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Cortar a 8–11 m ± 15 mm, marcar sin error y apilar sin accidentes con la grúa de 45 t con tenaza. Principio rector: Si la grúa no es de 45 t con tenaza o la ID no coincide con el MES, el planchón no se mueve.
PUNTOS A CERRAR: Presentar a los participantes, el objetivo y la ruta de certificación (teoría → OJT → evaluación práctica).
[POR CONFIRMAR] Peso de la tenaza ≤ 12 t, presiones y velocidad de oxicorte y factor de contracción con el OEM · Altura de pila con C-16, formato de ID [Supuesto] y desbarbadora instalada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Contracción ≈ 1.013, presiones, velocidad de corte, despuntes, tenaza ≤ 12 t y enfriamiento ≥ 48 h: [Validar con OEM / Ingeniería de Proceso]; pila con C-16.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La de 45 t con tenaza — Planchón de 13.0–32.8 t + tenaza ≤ 45 t. La de 25 t es de CC2 y la de 50 t es para distribuidores, segmentos y moldes.
2) b) Porque se contrae al enfriar — El acero se contrae: el nivel 2 corta a longitud fría × ≈ 1.013 para cumplir ± 15 mm en frío.
3) b) Remarcas, corriges MES y retienes — Sin trazabilidad el planchón no se libera: remarca manual, corrige el MES y retén hasta verificar.
4) b) 2.5 m — Pila ≤ 2.5 m con calzas alineadas; si se pasa, se abre una pila nueva.
5) b) Lento, en pila cubierta — ≥ 48 h en pila cubierta hasta &lt; 300 °C; prohibido el agua: provoca grietas por tensión térmica.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Peso de la tenaza ≤ 12 t, presiones y velocidad de oxicorte y factor de contracción con el OEM · Altura de pila con C-16, formato de ID [Supuesto] y desbarbadora instalada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MO-CC1-08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Corte y marcado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Cortar a 8–11 m ± 15 mm, marcar sin error y apilar sin accidentes con la grúa de 45 t con tenaza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(S-16 / S-17)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12–24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(izaje 12)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Oxicorte verificado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Corte a escuadra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Peso y medida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 = MES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Grúa de 45 t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Pila ≤ 2.5 m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S-16 Operador de Corte y Marcado · S-17 Mesa de Enfriamiento y Despacho · Grúa de producto 45 t (hoy S-17) · C-06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MO-CC1-08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cortas, marcas y apilas sin errores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MO-CC1-08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Cortar a la medida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Longitud fría 8–11 m ± 15 mm; corte en caliente × ≈ 1.013; escuadra ≤ 5 mm; despuntes de cabeza y cola.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Marcar sin error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 100 % legible e igual al MES: CC1 + colada + número de planchón; remarcar y retener si no coincide.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Separar por destino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evento a inspección; HSLA y sensibles a enfriamiento lento ≥ 48 h sin agua; normal a pila o carga caliente.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Izar y apilar seguro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Grúa de 45 t con tenaza para todo planchón; nadie bajo la carga ni a ± 5 m; pila ≤ 2.5 m con calzas.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planchón de hasta 32.8 t a 800–1,000 °C cuelga de una tenaza sobre el patio. La grúa equivocada o una persona bajo la carga es una fatalidad. Y un planchón mal medido o mal marcado pierde su trazabilidad: se retiene, se rechaza en Laminación o llega un defecto al cliente.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la grúa no es de 45 t con tenaza o la ID no coincide con el MES, el planchón no se mueve.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S-16 corta y marca; S-17 pesa, separa y apila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MO-CC1-08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corte y apilado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Colada Continua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Asegura programa de corte y trazabilidad; autoriza cortes manuales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 Operador de Corte y Marcado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Longitudes, oxicorte, despuntes, muestras, marcado e ID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 Mesa de Enfriamiento y Despacho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Transferencia, pesaje, apilado, enfriamiento lento y despacho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Operador de grúa de producto (45 t)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Izaje con tenaza (propuesta S-27; hoy lo cubre S-17)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 Inspector de Calidad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planchones para inspección y retiene los con evento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Envía datos de colada y eventos al tracking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C-09 Metalurgista de Producto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Define enfriamiento lento o retención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planchón sale con destino según su estado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MO-CC1-08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Programa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Longitudes por orden; mínimo recorte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Oxicorte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sopletes, de bordes a centro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Verificar corte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Pasante; escuadra ≤ 5 mm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Pesar y medir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Real vs. teórico ≤ 2 %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Marcar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 legible e igual al MES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Separar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Evento, enfriamiento lento o normal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Izar y apilar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45 t con tenaza; pila ≤ 2.5 m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 y despacho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planchones liberados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Peso teórico = 0.23 × ancho × largo × 7.85: de 13.0 t (900 mm × 8 m) a 32.8 t (1,650 mm × 11 m).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la grúa no es de 45 t con tenaza o la ID no coincide con el MES, el planchón no se mueve.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oxicorte viaja con el planchón a la salida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MO-CC1-08 v0.1 (Borrador para validación) y FT-ACE-001 v0.3. Material de capacitación; no sustituye al manual. Figura: cc1-perfil-maquina.svg.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cc1-perfil-maqui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52" y="1417320"/>
            <a:ext cx="6376737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planchón sale del segmento 14 como tira continua hacia el oxicorte.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máquina de oxicorte se sujeta al planchón y viaja con él mientras corta.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mesa de salida lleva cada planchón de 8–11 m a pesaje, marcado y transferencia.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Planchón de hasta 32.8 t: solo grúa de 45 t con tenaza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MO-CC1-08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Rueda de medición / encoder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la longitud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 mm; calibración 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Calibración vigente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Máquina de oxicorte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Corta el planchón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O₂ + gas natural; 2 sopletes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Arrestaflamas y retención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Báscula de planchones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Peso real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40 t; ± 0.1 %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Máquina de marcado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Identifica el planchón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Pintura o estampado de alta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al inicio del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Mesa y carro de transferencia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Mueven el planchón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Guardas y paros de emergencia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de paro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Grúas de producto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Apilan y cargan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× 45 t con tenaza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Planchón + tenaza ≤ 45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Patio de pilas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Enfría y almacena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Pilas separadas por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Piso firme, calzas, señalización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Longitud, peso e identificación definen la entrega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MO-CC1-08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Longitud pedida (frío)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orden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8–11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Fuera de 8–11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cortar; consultar a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Tolerancia de longitud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15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± 15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Recalibrar encoder; marcar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Escuadra del corte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sopletes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de corte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300 mm/min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250–350 mm/min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Corte incompleto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Limpiar boquilla; revisar O₂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Despunte de cabeza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300–500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Restos de barra falsa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Aumentar despunte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Peso del planchón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Teórico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13.0–32.8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Diferencia &gt; 2 %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medición y báscula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Carga en gancho (45 t)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Planchón + tenaza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45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45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izar; revisar peso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Altura de pila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2.5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2.5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Nueva pila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Contracción ≈ 1.013, presiones, velocidad de corte, despuntes, tenaza ≤ 12 t y enfriamiento ≥ 48 h: [Validar con OEM / Ingeniería de Proceso]; pila con C-16.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Carga suspendida y oxicorte: dos riesgos críticos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MO-CC1-08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Grúa correcta para planchón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Siempre grúa de 45 t con tenaza (13.0–32.8 t + tenaza ≤ 45 t). La de 25 t y la de 50 t no se usan para planchón.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Nadie bajo la carga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de exclusión ± 5 m de la proyección y entre pilas durante el izaje (MS-ACE-04, NOM-006).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Oxicorte seguro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Arrestaflamas y válvulas de retención; revisión de fugas; ropa sin grasa (NOM-027).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LOTO en mesa y oxicorte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Bloquear mesa, carro y oxicorte para cambiar boquillas o retirar planchones atorados (MS-ACE-02).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Careta o lentes sombra 5 para oxicorte (S-16)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Casco, ropa FR, guantes y botas con metatarsal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 y respirador para humos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Chaleco de alta visibilidad en patio (S-17, grúa)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Bajo la trayectoria de la grúa nadie camina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MO-CC1-08 v0.1 (Borrador para validación) y FT-ACE-001 v0.3. Material de capacitación; no sustituye al manual. Figura: ms-zonas-exclusion-nave.svg.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pic>
        <p:nvPicPr>
          <p:cNvPr id="7" name="Image 1" descr="/home/user/HR/10-plantas/01-steelmaking/img/png/ms-zonas-exclusion-n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proyección de la carga ± 5 m es zona de exclusión durante el izaje.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Entre pilas no hay nadie mientras la grúa mueve un planchón.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Las pilas ≤ 2.5 m, con calzas y alineadas, evitan caídas de planchón.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ID legible e igual al MES, el planchón se retiene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MO-CC1-08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Longitud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Pedida ± 15 mm (frío)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Encoder; 1 por colada en pila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Rechazo en Laminación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Escuadra y calidad del corte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 mm; sin rebaba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Visual, cada planchón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Daño en horno de recalentamiento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Identificación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100 % legible e igual al MES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Visual, cada planchón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Pérdida de trazabilidad: retención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Planchones con evento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100 % separados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Tracking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Defecto que llega al cliente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Grados sensibles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Enfriamiento lento, sin agua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de pila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por tensión térmica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Formato de ID [Supuesto]: 1-AAAAAA-NN = CC1, número de colada y número de planchón (01 = cabeza).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cuatro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MO-CC1-08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el programa de corte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Longitudes por orden; ajuste final de la secuencia para minimizar recortes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Programa cargado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el oxicorte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Presiones de O₂ y gas; arrestaflamas; prueba de flama; boquillas limpias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Flama estable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el marcado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 de prueba en placa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Legible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Despunta la cabeza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Inicio de secuencia, tras desconectar la barra falsa: 300–500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Cabeza sana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Corta cada planchón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Automático: sujeción, viaje sincronizado, 2 sopletes de bordes a centro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Corte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el corte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Corte pasante, sin puentes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Escuadra ≤ 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Corta muestras y desbarba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Rebanada transversal según plan de C-09 si toca; retira rebabas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rebaba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cuatro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MO-CC1-08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Pesa y mide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Compara con el peso teórico 0.23 × ancho × largo × 7.85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Diferencia ≤ 2 %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 el planchón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ID en la cara indicada; confírmala contra el MES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Legible y correcta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Separa por destino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 evento a inspección; sensible a enfriamiento lento; normal a pila o carga caliente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Destino correcto en MES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grúa y peso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Peso del MES vs. capacidad neta: grúa de 45 t con tenaza, nunca la de 25 t ni la de 50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adecuada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 / grúa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Apila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Calzas alineadas; pila ≤ 2.5 m; una colada por pila si es posible; nadie bajo la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Pila estable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 / grúa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Cubre el enfriamiento lento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Grados sensibles ≥ 48 h cubiertos; registra la hora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Actualiza el MES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Ubicación de pila y estado: liberado o retenido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MES al día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cuatro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MO-CC1-08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Despunta la cola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Fin de secuencia: 500–1,000 mm hasta zona sana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Cola sana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Despacha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Solo planchones liberados por inspección (MO-CC1-09)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Lista de despacho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Grúa equivocada: no se iza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MO-CC1-08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Corte incompleto (puente)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 la mesa; recorte manual con permiso de trabajo en caliente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Retroceso de flama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O₂ y gas; revisa arrestaflamas; no reencender sin revisión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Fuga de O₂ o 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válvulas; ventila; prohibida la flama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Longitud fuera de tolerancia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Recalibra el encoder; marca los planchones afectados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Marcado ilegible o ID ≠ MES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Remarca manual; corrige el MES; retén hasta verificar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Planchón atorado en la mesa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Detén; LOTO antes de intervenir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de 25 t o de 50 t asignada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izar; usa una grúa de 45 t con tenaza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Falla del oxicorte en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la velocidad de colada; corte manual autorizado; si no, cierre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MO-CC1-08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 Operador de Corte y Marcado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 Mesa de Enfriamiento y Despacho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izaje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de producto (hoy S-17)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Curso de grúa (NOM-006)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MS-ACE-04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CC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 (evaluador)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 h + evaluador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arrestaflamas, presiones y fugas antes de cortar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Confirma que la ID marcada coincide con el MES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Compara el peso del planchón con la capacidad neta de la grúa antes del izaje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Apila con calzas, ≤ 2.5 m y sin personas bajo la carga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MO-CC1-08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h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MO-CC1-08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grúa se usa para mover un planchón de CC1?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La de 25 t con electroimán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La de 45 t con tenaza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La de 50 t de distribuidores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¿Por qué se corta el planchón más largo en caliente?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Por el kerf del soplete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Porque se contrae al enfriar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Para dejar muestra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ID marcada no coincide con el MES. ¿Qué haces?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Lo mandas a despacho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Remarcas, corriges MES y retienes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Lo dejas para el siguiente turno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¿Cuál es la altura máxima de una pila de planchones?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1.5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2.5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4.0 m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se enfría un planchón HSLA o con evento de grietas?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Con agua en la mesa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Lento, en pila cubierta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Al aire con ventilador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corte y apilado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Planchón solo con grúa de 45 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tenaza; nunca la de 25 t ni la de 50 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la carga ni entre pilas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± 5 m de la proyección durante todo el izaje.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 igual al MES o se retiene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trazabilidad el planchón no se despacha.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HSLA nunca se enfría con agua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Enfriamiento lento en pila cubierta ≥ 48 h.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MO-CC1-08 — Corte, marcado y mesa de enfriamiento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2026-09-25T20:02:38Z</dcterms:created>
  <dcterms:modified xsi:type="dcterms:W3CDTF">2026-09-25T20:02:38Z</dcterms:modified>
</cp:coreProperties>
</file>