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Que ninguna palanquilla con defecto de rechazo llegue a Laminación y que la operación se entere a tiempo. Principio rector: Nunca liberes una palanquilla con defecto de rechazo sin disposición escrita de C-09.
PUNTOS A CERRAR: Presentar a los participantes, el objetivo y la ruta de certificación (teoría → OJT → evaluación práctica).
[POR CONFIRMAR] Todos los límites de aceptación y el plan de muestreo con C-09 y Laminación · Carta de grados de macro (escala 0–4) y prueba de 10 macros con ≥ 90 % de acuerdo con C-09 · Tiempo de disposición ≤ 24 h y regla de cambio de molde por romboidad (C-08)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Grieta de esquina &gt; 50 mm de largo: rechazo. Escoria: 1–2 de ≤ 3 mm retener; más, rechazo. Todos los límites: [Validar con C-09 y Laminación].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Retengo — ΔD = 8 mm: entre &gt; 6 y ≤ 11 mm se retiene y se avisa a C-06 en ≤ 15 min.
2) a) 1 por línea por colada — 6 por colada, una por línea: la romboidad nace en el molde y el rociado de cada línea.
3) c) C-09, por escrito — Retener no es rechazar: C-09 decide con datos si se esmerila, se degrada o se rechaza.
4) a) Rechazo — Hasta 2 mm se retiene para esmerilar; con &gt; 2 mm o &gt; 50 mm de largo se rechaza.
5) b) Sobrecalentamiento y EMS — El rechupe y la porosidad central nacen de sobrecalentamiento alto o EMS apagado; ≥ 2.5 se rechaza.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Todos los límites de aceptación y el plan de muestreo con C-09 y Laminación · Carta de grados de macro (escala 0–4) y prueba de 10 macros con ≥ 90 % de acuerdo con C-09 · Tiempo de disposición ≤ 24 h y regla de cambio de molde por romboidad (C-08)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MO-CC2-09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Inspección de palanquilla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 ninguna palanquilla con defecto de rechazo llegue a Laminación y que la operación se entere a tiempo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(S-18)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20 coladas y 20 macros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Visual 100 %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1 por línea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ΔD ≤ 6 mm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Macro por plan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Aceptar/retener/rechazar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Aviso a C-06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S-18 Inspector de Calidad · S-11 Laboratorio · S-17 Despacho · C-09 · C-06 · C-08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MO-CC2-09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dispones cada palanquilla con datos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MO-CC2-09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la romboidad por línea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D1 y D2 a 1 m de cada extremo; ΔD ≤ 6 mm acepta, 6–11 mm retiene, &gt; 11 mm rechaza.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Clasificar defectos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Superficie, dimensiones y macro contra los límites de la figura 4 y el plan de muestreo.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Disponer con trazabilidad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Aceptar, retener con etiqueta roja R o rechazar; separar retenidas con colada, línea y defecto.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Avisar a tiempo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Romboidad &gt; 6 mm, grietas o macro de rechazo: aviso a C-06 en ≤ 15 min.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romboidad es el primer aviso de un molde gastado, agua desigual o rociado tapado; medirla por línea permite corregir antes de que aparezcan grietas. Cada defecto tiene una firma de proceso. Retener no es rechazar: la etiqueta roja detiene la palanquilla hasta que C-09 decide por escrito.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liberes una palanquilla con defecto de rechazo sin disposición escrita de C-09.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S-18 inspecciona; C-09 firma la disposición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MO-CC2-09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la inspección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C-09 Metalurgista de Producto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Define límites y muestreo; firma la disposición de retenidas y rechazos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 Inspector de Calidad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Inspecciona, mide, toma macros, etiqueta, registra y avisa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 Muestrero / Laboratorio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 y ataca las muestras de macro; reporta química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 Operador de Mesa y Despacho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Aparta las palanquillas a inspeccionar y separa las retenidas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Colada Continua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los avisos y corrige la operación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 Ingeniero de Proceso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Analiza tendencias por línea: romboidad, grietas, porosidad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Laminación de largos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Acuerda límites de aceptación y recibe retroalimentación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Tres niveles de inspección y tres estados posibles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MO-CC2-09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Hoja de colada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Anomalías: A, T, B, E, C y cierres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Visual 100 %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Caras y extremos desde la pasarela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Medición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por línea por colada: lados, D1–D2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Macro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Según el plan y siempre con anomalía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Química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LIMS: grado y CE ≤ 0.55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Disponer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Aceptar, retener R o rechazar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Separar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Retenidas etiquetadas y trazables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Avisar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C-06 en ≤ 15 min; reporte a C-09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Graficar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Romboidad y macro por línea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Retener no es rechazar: C-09 decide con datos si se esmerila, se degrada o se rechaza, en ≤ 24 h [Validar].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liberes una palanquilla con defecto de rechazo sin disposición escrita de C-09.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Ocho defectos, cada uno con su límite y su causa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MO-CC2-09 v0.1 (Borrador para validación) y FT-ACE-001 v0.3. Material de capacitación; no sustituye al manual. Figura: cc2-defectos-palanquilla.svg.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cc2-defectos-palanquil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329" y="1417320"/>
            <a:ext cx="5507182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Verde = aceptar, naranja = retener (decide C-09), rojo = rechazar.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Romboidad: aceptar ΔD ≤ 6 mm; retener &gt; 6 y ≤ 11 mm; rechazar &gt; 11 mm (&gt; 5 %).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defecto trae su causa: esquina, molde; diagonal, rociado; centro, sobrecalentamiento y EMS.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Todos los límites son [Validar con C-09 y Laminación].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instrumentos calibrados para decidir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MO-CC2-09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Calibrador de lados y diagonales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sección y romboidad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0–300 mm; resolución 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Verificación diaria con patrón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Regla o hilo de 3 m y cinta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Rectitud y largo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Cinta de 15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Cinta calibrada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Galga de profundidad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Marcas de oscilación y grietas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Resolución 0.05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Pirómetro portátil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Temperatura de la palanquilla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0–1,200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u oxicorte de muestras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Corta rebanadas para macro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Rebanada de 20–30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Guarda y LOTO para mantenimiento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Estación de ataque ácido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Revela la macroestructura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HCl 1:1 a 70–80 °C (ASTM E381)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Campana, regadera y lavaojos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Carta de grados de macro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Clasifica la calidad interna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Escala interna 0–4 [Validar C-09]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Versión vigente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defecto tiene su límite para aceptar o rechazar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MO-CC2-09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Aceptar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Retener / rechazar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Lado de la sección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3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Fuera: retener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 a C-06; revisa 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Romboidad ΔD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6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6–11 retener; &gt; 11 rechazo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Aviso inmediato a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Rectitud (flecha)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 mm/m; ≤ 40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Fuera: retener; doblada: rechazo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enderezado y lecho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de esquina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grietas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 mm retener; &gt; 2 rechazo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Aviso a C-06 y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en la diagonal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Grado 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Grado ≤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retener; ≥ 3 rechazo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Retén la colada de la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Marcas de oscilación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0.4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0.6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1.0 retener; &gt; 1.0 rechazo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oscilación y nivel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Rechupe y porosidad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Grado ≤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Grado ≤ 1.5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retener; ≥ 2.5 rechazo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sobrecalentamiento y EMS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Pinholes y sopladuras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Ninguno en superficie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3/cara retener; &gt; 3 rechazo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aceite y desoxidación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Grieta de esquina &gt; 50 mm de largo: rechazo. Escoria: 1–2 de ≤ 3 mm retener; más, rechazo. Todos los límites: [Validar con C-09 y Laminación].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Acero caliente y ácido: inspeccionar sin exponerse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MO-CC2-09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Inspección desde la pasarela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desde pasarelas o en la zona de inspección con el lecho detenido; LOTO del lecho si hay que medir sobre él.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Ácido clorhídrico caliente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Campana, careta, guantes y mandil para ácido; regadera y lavaojos probados cada semana.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Corte de muestras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Guardas, LOTO para mantenimiento y permiso de trabajo en caliente con oxicorte (NOM-027-STPS-2008).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Carga suspendida y calor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la carga al mover muestras y retenidas (MS-ACE-04); pausas e hidratación en el lecho.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Casco, lentes y careta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retardante a la flama y botas de seguridad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Guantes de carnaza; de neopreno o PVC para ácido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Mandil para ácido en el laboratorio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 y chaleco de alta visibilidad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romboidad por línea es el primer aviso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MO-CC2-09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Romboidad por línea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ΔD ≤ 6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por línea por colada; gráfica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en la diagonal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Calidad interna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Macro dentro de grados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 de muestreo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Porosidad, rechupe, grietas internas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Superficie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grietas, sopladuras ni escoria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 100 %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Defectos en la varilla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Trazabilidad de retenidas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100 % etiquetadas y separadas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retención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Producto no conforme liberado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Disposición de retenidas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24 h [Validar]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retención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Bloqueo de patio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Macro siempre en palanquillas A, E, B con anomalía, con sobrecalentamiento &gt; 35 °C o cerca de un breakout.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Quince pasos; cuatro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MO-CC2-09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la hoja de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Anomalías del turno: A, T, B, E, C, sobrecalentamiento, cierres de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de palanquillas a revisar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visualmente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Caras visibles y extremos al pasar por el lecho, desde la pasarela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defectos de rechazo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Pide las muestras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por línea por colada más las marcadas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la zona de inspección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S-18, S-17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los lados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lados a 1 m de cada extremo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160 ± 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las diagonales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D1 y D2 en los mismos puntos; calcula ΔD = D1 − D2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ΔD ≤ 6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rectitud y largo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Regla o hilo tenso y cinta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Flecha ≤ 40 mm; 12,000 ± 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marcas de oscilación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Galga en 3 puntos por cara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0.6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Quince pasos; cuatro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MO-CC2-09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Corta la rebanada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el plan; identifica la rebanada con la marca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Rebanada identificada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Ataca y clasifica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Ataque ácido o impresión de azufre; compara con la carta de grados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Grado registrado con foto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S-11, 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la química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LIMS: grado y CE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Dentro de 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Dispone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Aceptar, retener con etiqueta roja R o rechazar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Estado registrado en el rastreo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Separa las retenidas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Área de retenidas; etiqueta con colada, línea y defecto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Separadas y trazables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S-17, 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 a la operación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Romboidad &gt; 6 mm, grietas o macro de rechazo: radio a C-06 de inmediato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enterado en ≤ 15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Pide la disposición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Reporte de no conformidad a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Disposición escrita ≤ 24 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Quince pasos; cuatro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MO-CC2-09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Actualiza la gráfica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Romboidad y grados de macro por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Tendencias al día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 la duda, retén y deja que C-09 decida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MO-CC2-09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Romboidad &gt; 6 mm en 2 coladas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Retén la línea desde la última buena; C-06 revisa la línea y propone cambio de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C-08, S-25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de esquina repetidas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Retén; macro adicional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Macro con grietas diagonal ≥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Retén toda la colada de esa línea; macro de la siguiente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Porosidad o rechupe ≥ 2.5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Retén; revisa la hoja de temperatura y el EMS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Sopladuras abiertas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Retén la colada; revisa el aceite y la desoxidación en el LF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Química fuera de grado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Retén la colada completa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C-09,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Palanquilla doblada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Rechaza si no entra al horno de Laminación; avisa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marca o marca dudosa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Retén R; identificación por química si hace falta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MO-CC2-09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 Inspector de Calidad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 h / 20 coladas; 20 macros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 Analista de Laboratorio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macros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C-09 Metalurgista de Producto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Calibración anual de la carta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carta anual [Validar]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Mide D1 y D2 correctamente y calcula ΔD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Clasifica un defecto con la figura 4 y decide aceptar, retener o rechazar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Etiqueta y separa una palanquilla retenida con su trazabilidad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Avisa a C-06 en ≤ 15 min ante romboidad &gt; 6 mm o macro de rechazo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MO-CC2-09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h / 20 coladas; 20 macros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MO-CC2-09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Mides D1 = 230 mm y D2 = 222 mm. ¿Qué haces?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Acepto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Retengo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Rechazo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¿Cada cuánto se mide la romboidad?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1 por línea por colada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1 por turno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 por secuencia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¿Quién decide el destino de una palanquilla retenida?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S-18 Inspector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C-06 Supervisor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C-09, por escrito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grieta de esquina mide 3 mm de profundidad. ¿Qué haces?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Rechazo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Retengo para esmerilar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Acepto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macro muestra rechupe central grado 2.5. ¿Qué revisas?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Aceite y oscilación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Sobrecalentamiento y EMS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Largo de corte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inspección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 la duda, retén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Etiqueta roja R y separación; C-09 decide por escrito.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firma de C-09 no se libera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palanquilla retenida solo sale con disposición escrita.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Romboidad por línea, cada colada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ΔD &gt; 6 mm, aviso a C-06 en ≤ 15 min.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Ácido solo con protección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Campana, careta, guantes y mandil; regadera y lavaojos probados.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MO-CC2-09 — Inspección de calidad de la palanquilla y disposición de defectos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2026-09-25T20:02:40Z</dcterms:created>
  <dcterms:modified xsi:type="dcterms:W3CDTF">2026-09-25T20:02:40Z</dcterms:modified>
</cp:coreProperties>
</file>