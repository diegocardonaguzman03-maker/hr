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250 mL cada 15–20 min aunque no tengas sed, descanso según WBGT y EPP completo y seco. Principio rector: Hidrátate aunque no tengas sed y respeta el descanso por calor.
PUNTOS A CERRAR: Presentar a los participantes, el objetivo y la ruta de certificación (teoría → OJT → evaluación práctica).
[POR CONFIRMAR] Clasificación de carga por puesto y mediciones WBGT por temporada (C-16) · Temperatura de cuartos y agua, límite de pérdida de peso ≥ 2 % (supuestos) · Régimen de descansos validado con Relaciones Laborales y la CMCAP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Tabla A1 NOM-015-STPS-2001 [Verificar con la NOM vigente / SSO]. Carga por puesto [Supuesto — Validar con C-16]; muestreo y refractario = pesada.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L (Aprendizaje y Práctica Supervisada).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250 mL cada 15–20 min — 250 mL cada 15–20 min aunque no tengas sed: ≈ 750–1,000 mL por hora.
2) b) Posible golpe de calor — Es emergencia médica: retirar EPP, enfriar de inmediato y llamar al servicio médico.
3) b) 5 días — 20 % del tiempo en calor el día 1 y +20 % por día hasta el 100 % al día 5.
4) b) Se funde sobre la piel — Solo ropa FR o 100 % algodón. La sintética se funde y agrava la quemadura.
5) b) Aviso y me rehidrato — Pérdida ≥ 2 % indica deshidratación: avisar, rehidratar y, si hay síntomas, servicio médico.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Clasificación de carga por puesto y mediciones WBGT por temporada (C-16) · Temperatura de cuartos y agua, límite de pérdida de peso ≥ 2 % (supuestos) · Régimen de descansos validado con Relaciones Laborales y la CMCAP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SEGURIDAD · MS-ACE-08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Estrés térmico y EPP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250 mL cada 15–20 min aunque no tengas sed, descanso según WBGT y EPP completo y seco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teoría: calor 2 h + EPP 2 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mL de agua cada 15–20 min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días de aclimatación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Llegar en condiciones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Régimen WBGT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seco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Hidratar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Descansar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Vigilar al compañero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Todo el personal expuesto (S-02 · S-03 · S-06 · S-08 · S-11 · S-13 · S-14 · S-15 · S-19 · S-23 · S-24) · C-04 · C-05 · C-06 · C-16 · brigada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trabajas en calor sin llegar al golpe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Hidratarte a tiempo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250 mL cada 15–20 min aunque no tengas sed; electrolitos si el trabajo en calor pasa de 2 h.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Aplicar el régimen WBGT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Seguir el régimen trabajo/descanso de tu puesto según la Tabla A1 de la NOM-015 y respetar los descansos.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Usar el EPP correcto y seco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por zona, seco e íntegro; ropa FR o 100 % algodón; nada sintético.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Detectar y atender el golpe de calor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Confusión, tambaleo, piel caliente: emergencia médica, retirar EPP y enfriar lejos del metal líquido.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las plataformas del horno y de colada el calor radiante del acero se suma al del verano y al EPP aluminizado, que no deja salir el sudor. El golpe de calor mata en horas y, antes, provoca errores en tareas críticas: una lectura mal hecha o un paso ★ omitido.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Hidrátate aunque no tengas sed y respeta el descanso por calor.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C-16 mide el WBGT; el supervisor cuida el descanso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frente al calor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el WBGT por puesto; fija el régimen; selecciona EPP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Servicio médico de planta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Exámenes de ingreso y periódicos (NOM-015); atiende casos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C-05, C-06 Supervisores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Aplican régimen y relevos; detienen a quien muestre síntomas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el personal expuesto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 hidrata, descansa, reporta síntomas y cuida su EPP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Almacén / Compras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Surte EPP especificado, agua y electrolitos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Relaciones Laborales / Comisión Mixta de SyH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Revisan el régimen de descansos con el sindicato (CCT)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régimen se fija antes; la hidratación, todo el turno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660289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WBGT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C-16, por temporada y tras cambios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35777" y="1691640"/>
            <a:ext cx="1660289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00369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Clasificar carga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181497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Ligera, moderada o pesada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722914" y="1691640"/>
            <a:ext cx="1660289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887506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Fijar régimen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768634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Tabla A1 NOM-015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310051" y="1691640"/>
            <a:ext cx="1660289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74643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Inicio de turno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355771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Pesaje y autoevaluación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897189" y="1691640"/>
            <a:ext cx="1660289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061781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942909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250 mL cada 15–20 min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484326" y="1691640"/>
            <a:ext cx="1660289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648918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Descansar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530046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Cuarto climatizado 22–26 °C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0071463" y="1691640"/>
            <a:ext cx="1660289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236055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Síntomas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117183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Leves: fresco; graves: emergencia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Sobre el valor del régimen 25/75 no se trabaja sin controles adicionales aprobados por C-16.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Hidrátate aunque no tengas sed y respeta el descanso por calor.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zona tiene su EPP: completo, seco y sin sintéticos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 Figura: ms-epp-acería.svg.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s-epp-acerí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417320"/>
            <a:ext cx="60579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roja: todo el EPP aluminizado es obligatorio.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 la nave: casco, ropa FR o algodón, botas metatarsales y protección auditiva.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Doble protección auditiva (tapón + orejera) desde 105 dB(A).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descansar se quitan capucha y chaquetón para liberar calor.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fresca y cuarto climatizado a ≤ 3 min del puesto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 WBGT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bulbo húmedo, globo y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Método NOM-015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Calibración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Cuartos de descanso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Recuperación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22–26 °C [Supuesto]; ≤ 3 min a pie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A/C funcionando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Estaciones de hidratación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fresca y electrolitos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10–15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Surtidas cada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Báscula en vestidor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 de pérdida de peso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Precisión 0.1 kg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Pantallas y cortinas de aire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Reducen calor radiante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diseño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Íntegras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EPP aluminizado y FR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Calor radiante y salpicadura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ISO 11612 [Verificar]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Seco e íntegro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WBGT y la carga fijan cuánto trabajas por hora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Régimen por hora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Ligera °C WBGT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Moderada °C WBGT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Pesada °C WBGT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100 %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30.0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26.7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25.0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75/25 (45/15 min)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30.6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28.0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25.9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50/50 (30/30 min)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31.4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29.4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27.9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25/75 (15/45 min)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32.2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31.1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30.0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Hidratación (todas)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Normal 750–1,000 mL/h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Bajo &lt; 500 mL/h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Alto &gt; 1,500 mL/h [Sup.]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peso (todas)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Normal &lt; 1.5 %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≥ 2 %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Acción: retirar del calor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Aclimatación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Día 1: 20 %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+20 % por día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100 % al día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roja (todas)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Normal ≤ 2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&gt; 2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Acción: salir y recuperar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Tabla A1 NOM-015-STPS-2001 [Verificar con la NOM vigente / SSO]. Carga por puesto [Supuesto — Validar con C-16]; muestreo y refractario = pesada.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golpe de calor mata en horas y antes provoca errores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Régimen WBGT por puesto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Medido por C-16 por temporada. Sobre el valor 25/75, C-04 suspende o aprueba controles con C-16 (chaleco, más relevos).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Hidratación programada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250 mL cada 15–20 min; electrolitos si el calor pasa de 2 h; estaciones surtidas cada turno.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Aclimatación de 5 días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Personal nuevo o que regresa tras &gt; 7 días: 20 % del tiempo el día 1 y +20 % por día. Plan firmado.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EPP seco y sin sintéticos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EPP húmedo quema con vapor; la ropa sintética se funde sobre la piel. Se cambia antes de volver a roja.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barbiquejo y careta de visor dorado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Capucha, chaquetón, guantes y polainas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 o 100 % algodón, sin grasa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metatarsales con liberación rápida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auditiva; doble desde 105 dB(A)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Lentes sombra 3–5 ante el arco o el baño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calor se omiten pasos ★: el supervisor los observa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controla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Estudio térmico por puesto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WBGT vigente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 veces al año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Régimen sin sustento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Régimen publicado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Cartel por puesto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temporada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Descansos no cumplidos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Exámenes médicos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Ingreso y periódicos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Servicio médico (NOM-015)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Riesgo no detectado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Planes de aclimatación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Firmados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ingreso o regreso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Exposición plena día 1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Pasos ★ bajo calor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omisiones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Observación del supervisor (VCC)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Error en tarea crítica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Casos de enfermedad por calor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Registrados y analizados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caso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Causa sin corregir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operador agotado por calor mide mal y omite pasos: el descanso protege la tarea y la calidad.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Diez pasos; ocho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Llega en condiciones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Duerme, come e hidrátate; avisa si tienes fiebre, diarrea o tomas antihistamínicos o diuréticos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Autoevaluación sin riesgos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Pésate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 el peso al inicio (recomendado en verano)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anotado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el régimen del día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Cartel del WBGT del puesto y carga de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Régimen conocido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el EPP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Seco, sin roturas, sin grasa; ropa sin sintéticos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EPP aprobado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Hidrátate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250 mL cada 15–20 min; si el calor pasa de 2 h, alterna con electrolitos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750–1,000 mL por hora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Respeta los descansos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Cuarto climatizado el tiempo del régimen; quítate capucha y chaquetón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Descansos cumplidos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Personal,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al compañero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Confusión, tambaleo, habla arrastrada, piel roja y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Aviso inmediato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Diez pasos; ocho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Actúa ante síntomas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Leves: descanso, agua, aviso. Graves: emergencia, retira EPP, enfría con agua lejos del metal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Atención ≤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Aclimata al personal nuevo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20 % del tiempo en calor el día 1 y +20 % diario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 de 5 días firmado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terminar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Pésate; si bajaste ≥ 2 %, avisa y rehidrátate; guarda el EPP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Confusión o piel caliente: emergencia, enfría ya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Calambres musculares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Descanso en fresco; electrolitos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Supervisor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Sudor abundante, náusea, debilidad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Retirar del calor; acostar; hidratar; vigilar 30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Supervisor, médico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Confusión, piel caliente, desmayo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Emergencia: enfriar ya (hielo en cuello, axilas, ingle); sin líquidos si inconsciente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Médico,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WBGT sobre el límite del régimen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Cambiar a régimen con más descanso o suspender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Cuarto de descanso sin A/C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Habilitar otro cuarto; reportar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EPP húmedo o roto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Cambiarlo antes de volver a zona roja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Almacén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L para todo el personal expuesto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C8860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el personal expuesto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h + 2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Demostración de EPP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C-05, C-06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Caso práctico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estudios WBGT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Brigada de primeros auxilios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Simulacro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presenta en condiciones y avisa si tiene fiebre, diarrea o medicamentos de riesgo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Inspecciona el EPP y rechaza el húmedo o dañado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Conoce el régimen de su puesto y la regla de 250 mL cada 15–20 min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Reconoce los signos del golpe de calor y enfría con agua solo lejos del metal líquido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supervisor revisa el régimen WBGT del día y hace cumplir los descansos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supervisor aplica la aclimatación de 5 días al personal nuevo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h + 2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Demostración de EPP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 la práctica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MS-ACE-08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¿Cuánta agua debes tomar trabajando en calor?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Solo con 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250 mL cada 15–20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2 L al final del turno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compañero está confundido, tambalea y tiene la piel caliente. ¿Qué es?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Cansancio normal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Posible golpe de calor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Calambre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¿Cuántos días dura la aclimatación de un trabajador nuevo?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 día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5 días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15 días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¿Por qué está prohibida la ropa sintética en la nave?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Es cara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Se funde sobre la piel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Da comezón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final del turno bajaste 2 % de tu peso. ¿Qué haces?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Nada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Aviso y me rehidrato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Tomo café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calor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Hidrátate aunque no tengas sed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250 mL cada 15–20 min; electrolitos si el calor pasa de 2 h.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Respeta el descanso por calor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Régimen WBGT de tu puesto, en el cuarto climatizado.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completo, seco y sin sintéticos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húmedo quema con vapor; el sintético se funde.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Golpe de calor = emergencia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Enfría de inmediato lejos del metal líquido y llama al servicio médico.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MS-ACE-08 — Estrés térmico, hidratación y EPP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2026-09-25T20:02:42Z</dcterms:created>
  <dcterms:modified xsi:type="dcterms:W3CDTF">2026-09-25T20:02:42Z</dcterms:modified>
</cp:coreProperties>
</file>