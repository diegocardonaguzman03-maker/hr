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El molde nunca se queda sin agua con acero dentro: emergencia con caudal ≥ 90 % en ≤ 15 s. Principio rector: No se cuela con la torre o ambos diésel fuera de servicio.
PUNTOS A CERRAR: Presentar a los participantes, el objetivo y la ruta de certificación (teoría → OJT → evaluación práctica).
[POR CONFIRMAR] Tiempo de apertura de XV-1 (≤ 5 s), volumen de la torre y autonomía de la UPS con el OEM · Presión a moldes, T de entrada y química del agua · Regla de barrera fuera de servicio con C-03 / C-16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Presión a moldes (típ. 8–10 bar), T de entrada 35 °C, química del agua, aire de atomización y tiempos de la lógica: [Validar con OEM].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Q ≥ 90 % en ≤ 15 s — Caudal en todos los moldes ≥ 90 % en ≤ 15 s; más de 15 s bloquea la colada hasta corregir.
2) b) Por resorte, sin energía — Es falla-abierta: al quitarle energía abre por resorte y conecta la torre por gravedad.
3) b) En paro, sin acero en la máquina — Se programa con C-06 en paro, sin acero en CC1 ni CC2.
4) b) No se cuela — Con ambos diésel fuera de servicio la máquina no cuela; avisar a C-03 y C-12.
5) b) Selectores en automático, 2 personas — Todos los selectores en automático y sin candados de prueba, verificado por 2 personas.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Tiempo de apertura de XV-1 (≤ 5 s), volumen de la torre y autonomía de la UPS con el OEM · Presión a moldes, T de entrada y química del agua · Regla de barrera fuera de servicio con C-03 / C-16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MANTENIMIENTO · MM-CC-03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de molde y emergencia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molde nunca se queda sin agua con acero dentro: emergencia con caudal ≥ 90 % en ≤ 15 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(S-21 Instrumentista)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pruebas mensuales (OJT)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15 s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caudal ≥ 90 % en emergencia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Paro sin acero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Condiciones iniciales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Simular la falla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≥ 90 % en ≤ 15 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D-2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Selectores en auto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S-21 Instrumentista · S-19 Mecánico · S-20 Electricista · S-12 Operador de Púlpito de CC · C-12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pruebas la emergencia y la dejas lista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Mantener las cuatro barreras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Bomba de reserva en automático, torre ≥ 90 %, XV-1 falla-abierta y diésel D-1/D-2 con combustible ≥ 75 %.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el cambio a emergencia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acero en CC1 y CC2: XV-1 ≤ 5 s [Validar], diésel ≤ 10 s y caudal en molde ≥ 90 % en ≤ 15 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Cuidar caudal, ΔT y química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Caudal &lt; 90 % o ΔT &gt; 11 °C (CC1) / &gt; 12 °C (CC2) es alarma; conductividad ≤ 100 µS/cm.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Dejar todo en automático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Selectores en automático y ningún candado de prueba olvidado, verificado por 2 personas y firmado.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el molde se queda sin agua con acero dentro, la cáscara se funde: breakout y explosión agua–metal. La torre y las bombas diésel son la última barrera y solo sirven si entran solas en 15 s. Una prueba mal restablecida deja la máquina colando sin protección.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se cuela con la torre o ambos diésel fuera de servicio.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C-12 programa la prueba; C-06 da la ventana sin acero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agua de molde y emergencia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 Supervisor Eléctrico e Instrumentación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programa las pruebas de emergencia y libera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Bombas, válvulas, intercambiadores, filtros y diésel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FT, TT, PT, LT, lógica de cambio y calibraciones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Motores, CCM, UPS, baterías y arranque del diésel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la ventana de prueba; firma la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(operación)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alarmas y caudales en HMI durante la prueba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Tratamiento de aguas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Química del agua de molde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C-14 Ingeniero de Confiabilidad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Vibraciones, tendencia de ΔT e incrustación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Torre por gravedad y diésel: dos barreras en 15 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92481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Falla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760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Pérdida de energía o P bajo PSLL (t = 0)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00300" y="1691640"/>
            <a:ext cx="192481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564892" y="1691640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XV-1 abre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446020" y="2441448"/>
            <a:ext cx="1760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Falla-abierta; ≤ 5 s [Validar]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51960" y="1691640"/>
            <a:ext cx="192481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16552" y="1691640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Torre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2441448"/>
            <a:ext cx="1760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por gravedad a los moldes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03620" y="1691640"/>
            <a:ext cx="192481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8212" y="1691640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D-1 arranca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149340" y="2441448"/>
            <a:ext cx="1760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Presión en ≤ 10 s; si no, D-2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55280" y="1691640"/>
            <a:ext cx="192481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19872" y="1691640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≥ 90 %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2441448"/>
            <a:ext cx="1760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todos los moldes en ≤ 15 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806940" y="1691640"/>
            <a:ext cx="192481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971532" y="1691640"/>
            <a:ext cx="15956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Terminar colada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852660" y="2441448"/>
            <a:ext cx="1760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Operación aplica MS-ACE-09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secuencia es automática; el mantenimiento asegura que cada barrera esté lista cuando se necesite.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se cuela con la torre o ambos diésel fuera de servicio.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XV-1 abre sin energía y el diésel arranca en 10 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 Figura: mm-agua-emergencia.svg.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m-agua-emergenc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417320"/>
            <a:ext cx="646176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Circuito cerrado: tanque, bombas P-1/P-2/P-3 (2 + 1), intercambiador, filtro con ΔP y moldes.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energía o con presión baja, XV-1 abre por resorte y la torre alimenta por gravedad.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Arranca D-1 y, si no da presión en 10 s, D-2. Criterio: caudal en molde ≥ 90 % en ≤ 15 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Ningún equipo de las barreras puede quedar fuera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Bombas P-1/P-2/P-3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Circular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en servicio + 1 reserva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Reserva en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Filtros / coladores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Proteger ranuras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Malla ≤ 200 µm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ΔP &lt; 0.5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Torre elevada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por gravedad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Volumen ≥ vaciado de máquina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≥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XV-1 (falla-abierta)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Conectar la torre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sin energía (resorte)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Carrera completa ≤ 5 s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Bombas diésel D-1/D-2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Emergencia prolongada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Arranque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Diésel ≥ 75 %; baterías cargadas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FT/TT por cara o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Alarmas de caudal y ΔT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FT ±1 %; TT ±0.2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UPS de control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Mantener PLC e instrumentos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Autonomía ≥ 30 min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baterías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Más de 15 s para llegar a 90 %: no se cuela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/ rechazo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cara ancha CC1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4,200 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90 %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molde CC1 / CC2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7.5 / 8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6–9 / 6–10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11 / &gt; 12 °C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por línea CC2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2,000 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90 %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Conductividad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50 µS/cm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100 µS/cm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150 µS/cm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torre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90 %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 / diario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a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 s: no colar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Mensual; anual apagón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Arranque de diésel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s a presión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arranca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Baterías de arranque 24 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25.5 V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24.5 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Presión a moldes (típ. 8–10 bar), T de entrada 35 °C, química del agua, aire de atomización y tiempos de la lógica: [Validar con OEM].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agua en el molde con acero: breakout y explosión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Barrera fuera = autorización escrita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C-03 y C-12 autorizan; con la torre o ambos diésel fuera de servicio la máquina no cuela [Validar con C-03 / C-16].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y prueba de energía cero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CCM y selector automático, batería del diésel desconectada; arranque local y remoto rechazado, 0 bar y detector de tensión.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Torre y XV-1 solo con máquina parada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válvula de la torre y la XV-1 se aíslan solo sin acero en la máquina; XV-1 bloqueada mecánicamente.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Gases, ruido y químicos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Escape del diésel: CO &lt; 25 ppm, evacuar a 200 ppm. Tanques: confinado (NOM-033). Químicos con EPP y regadera.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lentes, guantes y botas de seguridad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(casa de bombas &gt; 85 dB(A))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y guantes químicos para tratamiento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y línea de vida en la torre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eléctrico según categoría en CCM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agua de molde: 15 s para que entre la emergencia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 Figura: ms-emergencia-arbol-decision.svg.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emergencia-arbol-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Caudal &lt; 90 % o ΔT alto: verifica que entra el agua de emergencia en ≤ 15 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no entra en 15 s, operación cierra olla y distribuidor y evacúa la plataforma a ≥ 10 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se mete agua a un molde sobrecalentado sin OK de C-06 / C-08.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Caudal, ΔT y química del agua se ven en la cáscara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y ΔT de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FT-ACE-001 §4–§5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Cáscara delgada, grietas, breakout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Calidad del agua de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100 µS/cm; dureza ≤ 0.5 °dH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Diario / semanal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Incrustación, molde caliente, grietas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secundaria por zona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Modelo ±5 %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superficiales e internas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Exactitud de TT de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±0.2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Semestral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falso: alarmas no confiables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TT descalibrado o una ranura incrustada engañan al operador: la alarma llega tarde o no llega.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Doce pasos; siete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Programa la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Ventana de paro sin acero en CC1 y CC2; aviso a púlpitos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Autorización de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condiciones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Torre ≥ 90 %; diésel ≥ 75 %; baterías ≥ 25.5 V; XV-1 cerrada; agua a caudal nominal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registro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 de FT de moldes a 1 s; cronómetro; observador en XV-1 y en diésel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activo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 la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acero y nadie en acoplamientos ni en el escape; dispara las bombas principales desde el CCM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= 0 registrado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Observa XV-1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apertura completa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s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Observa el diésel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Arranque de D-1 y presión en el cabezal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caudal en moldes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Todas las caras (CC1) y todas las líneas (CC2)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90 % en ≤ 15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Doce pasos; siete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Sostén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el nivel de la torre y la temperatura del diésel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D-2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Repite la prueba con D-1 bloqueado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D-2 cumple ≤ 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Restablece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Arranca bombas principales, cierra XV-1, diésel a automático, repone la torre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Normal; torre ≥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selectores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en automático; ningún candado de prueba olvidado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Verificado por 2 personas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Checklist firmado por Mantenimiento y Operación con los tiempos medidos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Firmado por C-12 y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Diésel que no arranca sin el otro: no se cuela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Caudal de molde &lt; 90 %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Operación reduce velocidad o termina colada; arrancar reserva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&gt; 11 (CC1) / &gt; 12 °C (CC2)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caudal normal: operación reduce velocidad; verificar TT e incrustación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Apagón con acero en máquina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Emergencia automática; operación termina la colada (MS-ACE-09)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Diésel no arranca en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colar si el otro diésel no está disponible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C-03,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torre baja sin uso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XV-1 y tuberías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Conductividad &gt; 150 µS/cm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intercambiador (agua cruda); purgar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Aguas,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pruebas mensuales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pruebas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altura y confinado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NOM-029 + 8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pruebas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Simulacro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Programa la prueba solo sin acero en CC1 y CC2 y con autorización de C-06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personal fuera de acoplamientos y escape antes de simular la falla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caudal ≥ 90 % en ≤ 15 s en todos los moldes y prueba ambos diésel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Restablece bombas, XV-1 y torre ≥ 90 %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 selectores en automático con doble verificación y libera con firma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Sabe que no se cuela con la torre o ambos diésel fuera de servicio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pruebas mensuales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MM-CC-03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el criterio de la prueba de cambio a emergencia?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Q ≥ 50 % en ≤ 30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Q ≥ 90 % en ≤ 15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Q ≥ 100 % en ≤ 5 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abre la XV-1 cuando falla la energía?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Con el diésel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Por resorte, sin energía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Manualmente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¿Cuándo se hace la prueba mensual de emergencia?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Colando a baja velocidad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En paro, sin acero en la máquina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Solo con CC2 colando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D-1 no arranca y D-2 está en mantenimiento. ¿Qué pasa con la colada?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 cuela normal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se cuela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Se cuela a media velocidad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se verifica al final de la prueba?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Solo el nivel de torre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Selectores en automático, 2 personas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Que D-1 siga encendido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agua de molde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Más de 15 s: no se cuela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cambio a emergencia debe dar caudal ≥ 90 % en ≤ 15 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Torre o ambos diésel fuera: no se cuela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 barrera fuera requiere autorización escrita de C-03 y C-12.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prueba se hace sin acero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Paro programado con CC1 y CC2 vacías y autorización de C-06.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 vuelve a automático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Selectores y XV-1 en automático, verificado por 2 personas.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MM-CC-03 — Sistemas de agua de molde, enfriamiento secundario y agua de emergencia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2026-09-25T20:02:36Z</dcterms:created>
  <dcterms:modified xsi:type="dcterms:W3CDTF">2026-09-25T20:02:36Z</dcterms:modified>
</cp:coreProperties>
</file>