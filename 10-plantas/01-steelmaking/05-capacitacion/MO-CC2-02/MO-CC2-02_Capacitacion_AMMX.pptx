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Dejar las 6 líneas probadas y selladas, con la cabeza a 700 ± 20 mm y el obturador de Cs-137 bajo control del ESR. Principio rector: El obturador se cierra antes de meter manos y se abre solo sin nadie en el molde.
PUNTOS A CERRAR: Presentar a los participantes, el objetivo y la ruta de certificación (teoría → OJT → evaluación práctica).
[POR CONFIRMAR] Altura de cabeza, holguras, velocidad de inserción y presión de agua con el OEM · Criterio de dosis &lt; 2 × fondo con el ESR (MS-ACE-07) · Chatarra de enfriamiento 1.5–3 kg, ≥ 95 % de boquillas y frecuencia de alineación (C-08)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Presión de agua, velocidad de inserción y holguras: [Validar OEM]. Criterio de dosis &lt; 2 × fondo: MS-ACE-07 [Validar con el ESR].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Solo el ESR (C-16) — Solo el ESR opera el obturador, pone su candado y mide &lt; 2 × fondo antes de que alguien meta las manos.
2) a) 700 ± 20 mm bajo el borde — 700 ± 20 mm bajo el borde del tubo, centrada con holgura de 2–4 mm por lado.
3) c) La cambio por chatarra seca y limpia — Humedad, óxido o aceite generan gas o vapor al contacto con el primer acero.
4) b) 5 min — 5 min a caudal pleno; con cualquier gota o humedad no se libera y se cambia el molde.
5) a) ± 0.5 mm — Fuera de ± 0.5 mm la piel se dobla al salir del molde: romboidad y grietas en la diagonal.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Altura de cabeza, holguras, velocidad de inserción y presión de agua con el OEM · Criterio de dosis &lt; 2 × fondo con el ESR (MS-ACE-07) · Chatarra de enfriamiento 1.5–3 kg, ≥ 95 % de boquillas y frecuencia de alineación (C-08)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OPERACIÓN · MO-CC2-02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Barra falsa rígida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Dejar las 6 líneas probadas y selladas, con la cabeza a 700 ± 20 mm y el obturador de Cs-137 bajo control del ESR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S-14 (16 h + 8 h POE)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40 h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· 12 sellados de línea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24/12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meses: TD-P07 / POE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y fugas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Pruebas de máquina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ESR cierra obturador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Cabeza a 700 mm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Sello y chatarra seca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ESR abre y C-06 libera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S-14 Ayudante de Colada · S-12 Púlpito · C-16 (ESR) · S-25 · S-21 · C-06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MO-CC2-02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dejas 6 líneas selladas, secas y seguras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MO-CC2-02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Probar la máquina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Caudal 1,800–2,200 L/min, molde seco tras 5 min, ≥ 95 % de boquillas y carrera de oscilación 6–10 mm.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Trabajar en el molde sin dosis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Meter manos solo con obturador cerrado por el ESR, su candado y &lt; 2 × fondo medido; dosímetro puesto.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Insertar y sellar la cabeza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Cabeza a 700 ± 20 mm, holgura 2–4 mm, cordón sin huecos y 1.5–3 kg de chatarra seca.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Liberar sin nadie en el molde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Retirar LOTO, contar al personal y pedir al ESR la apertura; el nivel marca molde vacío.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 sellar la cabeza metes las manos dentro del molde, donde cruza el haz de la fuente de Cs-137. Un sello húmedo o mal hecho provoca una fuga o una explosión en el arranque. Un molde desalineado más de 0.5 mm dobla la piel y produce romboidad y grietas.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obturador se cierra antes de meter manos y se abre solo sin nadie en el molde.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S-14 sella, S-12 opera y solo el ESR toca la fuente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MO-CC2-02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la preparación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Supervisor de Colada Continua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Libera las líneas; firma la lista de verificación de máquina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Operador de Púlpito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 la inserción desde la HMI; prueba agua, rociado, oscilación y EMS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 Ayudante de Colada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Inspecciona el molde, centra la cabeza, sella y coloca chatarra seca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 en función de ESR (CNSNS)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Cierra, bloquea y abre el obturador de Cs-137; mide la tasa de dosis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S-25 Mecánico de Taller de Moldes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Atiende desgaste, conicidad y alineación (MM-CC-01, MM-CC-02)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S-21 Instrumentista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Atiende fallas del medidor de nivel, caudalímetros y termopares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obturador se cierra antes y se abre al final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MO-CC2-02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307592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Recibir máquina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permisos abiertos en la CC2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783080" y="1691640"/>
            <a:ext cx="1307592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9476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de molde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5 min a caudal pleno; molde seco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017520" y="1691640"/>
            <a:ext cx="1307592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1821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Pruebas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0632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Rociado ≥ 95 %; oscilación y EMS OK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251960" y="1691640"/>
            <a:ext cx="1307592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4165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Tubo y alineación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rayas &gt; 0.5 mm; ± 0.5 mm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48640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65099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ESR cierra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53212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Candado del ESR; &lt; 2 × fondo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72084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8854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Insertar barra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67665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Cabeza a 700 ± 20 mm bajo el borde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955280" y="1691640"/>
            <a:ext cx="1307592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1198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Sellar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Cordón sin huecos; chatarra seca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9189720" y="1691640"/>
            <a:ext cx="1307592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3543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ESR abre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92354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en el molde; nivel en vacío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10424160" y="1691640"/>
            <a:ext cx="1307592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05887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Liberar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104698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C-06 firma; 6 líneas listas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sellado se hace línea por línea, una a la vez, con LOTO del oscilador y de los extractores.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obturador se cierra antes de meter manos y se abre solo sin nadie en el molde.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barra falsa sube por la línea hasta el molde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MO-CC2-02 v0.1 (Borrador para validación) y FT-ACE-001 v0.3. Material de capacitación; no sustituye al manual. Figura: cc2-perfil-maquina.svg.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cc2-perfil-maquin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47" y="1417320"/>
            <a:ext cx="591014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barra falsa rígida tiene el radio de la máquina (9 m) y se guarda arriba del camino de rodillos.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Los extractores-enderezadores (12) la empujan en reversa hasta que la cabeza entra al molde por abajo.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fuente de Cs-137 con obturador (7) está en el molde, dentro de la zona controlada.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haz del Cs-137 cruza el molde en el menisco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MO-CC2-02 v0.1 (Borrador para validación) y FT-ACE-001 v0.3. Material de capacitación; no sustituye al manual. Figura: cc2-molde-tubo.svg.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pic>
        <p:nvPicPr>
          <p:cNvPr id="7" name="Image 1" descr="/home/user/HR/10-plantas/01-steelmaking/img/png/cc2-molde-tub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292" y="1417320"/>
            <a:ext cx="563525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fuente (12) y el detector (13) miden el nivel del acero a ± 5 mm.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el obturador abierto, quien mete las manos al molde recibe dosis.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Antes de intervenir: obturador cerrado, candado y medición del ESR, y dosímetro personal.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Siete equipos probados antes de insertar la barra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MO-CC2-02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Barra falsa rígida (6)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el fondo y extrae el arranque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Radio 9 m; cabeza para 160 × 160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Holgura 2–4 mm por lado [Validar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Extractores-enderezadores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Insertan y extraen la barra falsa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Modo barra falsa [Validar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alarmas; rodillos libres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Molde de tubo Cu-Ag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Forma la piel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1,000 mm; conicidad 0.8–1.0 %/m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rayas &gt; 0.5 mm ni deformación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 primaria de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Enfría el tubo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≈ 2,000 L/min; 10–12 m/s en ranura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1,800 L/min en prueba; sin fugas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Rociado, oscilación y EMS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Solidifican, despegan y agitan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1.5–2.0 L/kg; 150–250 cpm; 250–400 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95 % boquillas; sin alarmas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Medidor de nivel Cs-137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Mide el nivel del acero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Obturador operativo; lectura de vacío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Plantilla de alineación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molde–pie de rodillos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0.5 mm [Validar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Plantilla certificada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Agua, altura de cabeza y dosis definen la liberación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MO-CC2-02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2057400"/>
                <a:gridCol w="210312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Parámetro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Rango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Caudal de agua de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2,000 L/min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1,800–2,200 L/min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1,800 L/min (90 %)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liberes; avisa a C-12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Fuga dentro del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Cualquier gota o humedad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liberes; cambio de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Altura de la cabeza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700 mm bajo el borde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680–720 mm [Validar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Fuera de rango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Reajusta en modo lento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Velocidad de inserción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2.0 m/min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3.0; últimos 2 m ≤ 0.5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Golpe en el tope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Detén y revisa la cabeza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Holgura cabeza–tubo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 mm por lado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2–4 mm [Validar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Desigual &gt; 2 mm entre lados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Centra la cabeza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Chatarra de enfriamiento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 kg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1.5–3 kg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Húmeda, oxidada o con aceite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Cámbiala por seca y limpia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Alineación molde–pie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0.5 mm [Validar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± 0.5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liberes; avisa a S-25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Dosis, obturador cerrado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Fondo (0.1–0.3 µSv/h)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2 × fondo [Validar ESR]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2 × fondo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Nadie entra; aléjate ≥ 3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Presión de agua, velocidad de inserción y holguras: [Validar OEM]. Criterio de dosis &lt; 2 × fondo: MS-ACE-07 [Validar con el ESR].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Radiación, agua y movimiento: tres riesgos críticos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MO-CC2-02 v0.1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Obturador cerrado por el ESR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C-16 cierra, pone candado y tarjeta y mide &lt; 2 × fondo en el punto de trabajo antes de meter manos (MS-ACE-07).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Molde seco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Prueba de fugas de 5 min a caudal pleno; cordón y chatarra secos; molde tapado hasta el arranque (MS-ACE-03).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LOTO de oscilador y extractores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Candado personal antes de sellar; prueba de arranque sin movimiento (MS-ACE-02).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Plataforma segura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Tapas en moldes sin uso y barandales (MS-ACE-10); nadie en la fosa mientras se mueve la barra falsa.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Casco, lentes y guantes de carnaza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Ropa retardante a la flama y botas de seguridad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Dosímetro personal (TLD u OSL) en zona controlada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Respirador P100 al manipular fibra cerámica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Protección auditiva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Punto 7: el obturador lleva el candado del ESR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MO-CC2-02 v0.1 (Borrador para validación) y FT-ACE-001 v0.3. Material de capacitación; no sustituye al manual. Figura: ms-loto-puntos-cc.svg.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pic>
        <p:nvPicPr>
          <p:cNvPr id="7" name="Image 1" descr="/home/user/HR/10-plantas/01-steelmaking/img/png/ms-loto-puntos-c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206" y="1417320"/>
            <a:ext cx="5769429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Cada línea de la CC2 tiene su fuente de Cs-137 con obturador y contenedor de plomo.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 verifica a 1 m y en el punto de trabajo: &lt; 2 × fondo [Validar con ESR].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Solo el ESR o personal POE autorizado opera el obturador.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molde gastado o desalineado da palanquilla rómbica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MO-CC2-02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Estado del tubo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rayas &gt; 0.5 mm; conicidad 0.8–1.0 %/m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Visual cada secuencia; S-25 (MM-CC-01)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Romboidad, grietas de esquina, breakout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Alineación molde–pie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0.5 mm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Plantilla: cambio de molde y 7 días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Romboidad, grietas en la diagonal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Patrón de rociado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95 % boquillas; esquinas cubiertas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visual cada secuencia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Grietas internas, romboidad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Oscilación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Frecuencia y carrera de la tabla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en vacío cada secuencia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Marcas de oscilación profundas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Alineación y conicidad se revisan antes de insertar la barra: con acero en el molde ya no se corrigen.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diez no admiten error (1/3)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MO-CC2-02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Recibe la máquina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la bitácora de mantenimiento y los permisos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permisos abiertos en la CC2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Arranca el agua de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Caudal pleno ≥ 5 min en las 6 líneas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1,800–2,200 L/min por línea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fugas en el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Lámpara; busca gotas, humedad o vapor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Molde totalmente seco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y revisa la línea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Rociado por zona, oscilación a 200 cpm, EMS 1 min; tubo y alineación con plantilla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95 % boquillas; ± 0.5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S-12, S-14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Pide al ESR el cierre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Permiso firmado por el ESR; cierra, pone candado y tarjeta y mide en el punto y a 1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2 × fondo; registro firmado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C-16, S-14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Aplica LOTO al oscilador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Candado personal; prueba de arranque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movimiento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Inserta la barra falsa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Modo inserción ≤ 3 m/min; los últimos 2 m a ≤ 0.5 m/min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 cabeza para sin golpe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diez no admiten error (2/3)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MO-CC2-02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Ajusta la altura de la cabeza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Mide desde el borde del tubo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700 ± 20 mm bajo el borde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S-14, 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Aplica LOTO a extractores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Candado personal en los extractores de esa línea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movimiento posible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Centra la cabeza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Galgas en los 4 lados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Holgura 2–4 mm, uniforme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Sella con cordón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Cordón de fibra cerámica en todo el perímetro, apretado con espátula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huecos con lámpara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Coloca chatarra seca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1.5–3 kg de recortes limpios, secos y sin aceite, en capa de 30–50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Cubre toda la cabeza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Tapa, repite y ceba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Tapa metálica seca; repite los pasos 5–12 en cada línea, una a la vez; ceba el aceite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 líneas selladas y tapadas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LOTO y cuenta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Conteo de personal; retira tu candado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Plataforma y fosa despejadas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S-14,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diez no admiten error (3/3)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MO-CC2-02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Pide al ESR la apertura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El ESR retira su candado y abre; S-12 revisa la lectura de molde vacío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indica vacío, sin alarma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C-16, 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Libera las líneas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firma la lista de verificación de máquina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 líneas listas para colar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Molde húmedo o dosis alta: nadie entra, no se libera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MO-CC2-02 v0.1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Gotas o humedad en el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liberes la línea; cambio de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S-25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Caudal &lt; 1,800 L/min en prueba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liberes; revisa con mantenimiento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 barra falsa se atora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Detén; LOTO; inspecciona la línea con mantenimiento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Cabeza que no centra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Cambia la cabeza; revisa la alineación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S-25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Obturador no cierra o dosis alta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Nadie entra al molde; aléjate ≥ 3 m y acordona; el ESR atiende y reporta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 (ESR),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no marca vacío al abrir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liberes la línea; S-21 revisa con el ESR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S-21,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Chatarra húmeda u oxidada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Usa otra caja seca; seca en estufa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U: demostrar, no asistir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MO-CC2-02 v0.1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 Ayudante de Colada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 + 8 h POE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 h / 12 sellados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meses; POE 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Operador de Púlpito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 + 8 h POE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h / 6 preparaciones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meses; POE 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 (función de ESR)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Según la CNSNS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Licencia CNSNS; interna 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Nunca mete las manos al molde sin el obturador cerrado, bloqueado y medido por el ESR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Verifica que el molde esté seco después de 5 min con agua a caudal pleno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Aplica LOTO a oscilador y extractores antes de sellar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Deja la cabeza a 700 ± 20 mm, centrada, sellada y con chatarra seca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Confirma que no hay nadie en el molde antes de pedir la apertura del obturador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MO-CC2-02 v0.1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 h + 8 h POE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40 h / 12 sellados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meses; POE 12 meses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MO-CC2-02 v0.1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¿Quién puede cerrar y abrir el obturador de la fuente de Cs-137?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S-14 con su candado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Solo el ESR (C-16)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El supervisor C-06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¿A qué altura queda la cabeza de la barra falsa?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700 ± 20 mm bajo el borde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500 ± 20 mm bajo el borde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900 ± 20 mm bajo el borde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chatarra de enfriamiento trae aceite. ¿Qué haces?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La uso si es poca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La seco con soplete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La cambio por chatarra seca y limpia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¿Cuánto tiempo se prueba el molde a caudal pleno buscando fugas?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1 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5 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30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alineación molde–pie de rodillos se acepta?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± 0.5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± 3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± 5 mm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preparación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técnica (pendientes: seguridad, laboral, diseño instruccional).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ESR no se meten manos al molde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Obturador cerrado, candado del ESR y &lt; 2 × fondo medido; dosímetro puesto.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Molde húmedo no se libera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Humedad + acero = explosión en el arranque (MS-ACE-03).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LOTO antes de sellar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Oscilador y extractores con candado personal (MS-ACE-02).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en el molde al abrir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Conteo de personal antes de pedir al ESR la apertura del obturador.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MO-CC2-02 — Preparación de máquina: inserción y sellado de la barra falsa rígida (6 líneas)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2026-09-25T19:42:28Z</dcterms:created>
  <dcterms:modified xsi:type="dcterms:W3CDTF">2026-09-25T19:42:28Z</dcterms:modified>
</cp:coreProperties>
</file>