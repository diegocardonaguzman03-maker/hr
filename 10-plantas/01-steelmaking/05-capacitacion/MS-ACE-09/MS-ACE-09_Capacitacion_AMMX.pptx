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Protégete y da la alarma en 30 s; estado seguro en 2 min; C-04 manda; conteo en ≤ 10 min. Principio rector: Protégete, da la alarma, C-04 manda. Nunca agua sobre metal; nunca rescate sin ERA.
PUNTOS A CERRAR: Presentar a los participantes, el objetivo y la ruta de certificación (teoría → OJT → evaluación práctica).
[POR CONFIRMAR] Tonos de sirena, canal de radio, conteo ≤ 10 min y llegada de brigada ≤ 5 min (supuestos) · Frecuencia mínima de simulacros con la NOM-002 vigente (SSO) · Tiempo de espera sin vapor ≥ 30 min y alerta de seguridad ≤ 7 días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Salida individual por gas: CO 25 ppm, 10 % LEL, O₂ fuera de 19.5–23.5 % (MS-ACE-06). Umbrales [Verificar NOM-010 / SSO]. C-16 ajusta los radios.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O (Dominio, Optimización e Instrucción).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Me protejo en ≤ 30 s — Primero protégete: zona verde o refugio en ≤ 30 s. Luego da la alarma.
2) b) C-04 Jefe de Turno — C-04 asume el mando; si no está, el supervisor de mayor jerarquía (C-05 o C-06).
3) b) Echar agua — Nunca agua sobre metal líquido: se deja solidificar y se contiene con arena seca.
4) b) Se mantiene — Se mantienen agua de molde y secundaria; se cierra olla y distribuidor y se evacúa ≥ 20 m.
5) a) ≤ 10 min — Conteo completo en ≤ 10 min; si falta alguien, búsqueda dirigida por la brigada.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Tonos de sirena, canal de radio, conteo ≤ 10 min y llegada de brigada ≤ 5 min (supuestos) · Frecuencia mínima de simulacros con la NOM-002 vigente (SSO) · Tiempo de espera sin vapor ≥ 30 min y alerta de seguridad ≤ 7 días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MS-ACE-09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Respuesta a emergencias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 y da la alarma en 30 s; estado seguro en 2 min; C-04 manda; conteo en ≤ 10 min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púlpitos + simulador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30 s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zona verde o refugio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 para el conteo completo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la alarma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Estado seguro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asume el mando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Evacúa y cuenta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 autorizado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· S-06 · S-12 · S-09 · S-04 · C-04 · C-05 · C-06 · C-16 · brigadas · todo el personal y contratistas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respondes en orden y nadie se expone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Protegerte y dar la alarma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verde o refugio en ≤ 30 s; botón y radio: EMERGENCIA ×3, lugar, tipo, personas, quién llama.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Poner el proceso en estado seguro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Según escenario: arco fuera, olla y distribuidor cerrados, ESD de gas, olla a la fosa, en ≤ 2 min.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Mandar y contar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asume como CI, activa brigadas; líderes de sector cuentan en PR1–PR3 en ≤ 10 min.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Reingresar con seguridad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Autorización escrita: atmósfera en rango, metal solidificado y LOTO; lista de reinicio firmada.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fuga de agua en el horno, una olla perforada, un breakout o una fuga de gas se vuelven fatalidades cuando alguien improvisa: echa agua al metal, bascula con agua o entra a rescatar sin ERA. La respuesta ordenada protege primero a las personas y luego contiene el evento.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Protégete, da la alarma, C-04 manda. Nunca agua sobre metal; nunca rescate sin ERA.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es el Comandante del Incidente; nadie es héroe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emergencia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Comandante del Incidente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Asume el mando; evacúa; activa brigadas; autoriza reingreso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 Líderes de sector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Estabilizan su área; cuentan a su personal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S-06, S-12 Púlpitos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Paro seguro; anuncio por radio; activan la alarma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/ S-04 Grúas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en posición segura (olla a la fosa); evacúan si hay riesgo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Oficial de seguridad del CI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atmósferas; define zonas y EPP de la respuesta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Brigadas y servicio médico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Actúan por orden del CI, con EPP y ERA; atienden lesionados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Vigilancia / control de acceso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Guía a servicios externos; entrega listas de contratistas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C-01 Gerente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Enlace con la dirección; comunicación externa autorizada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primeros 5 minutos deciden cómo termina el evento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verde o refugio ≤ 30 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Botón + radio, formato único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Estado seguro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Púlpito según escenario, ≤ 2 min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Reporte al CI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Qué, dónde, personas, ≤ 1 min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Mando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como CI; brigadas y médico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PR1–PR3 en ≤ 10 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Control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brigada con EPP y ERA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escrito: atmósfera, metal, LOTO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Aprender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Reporte ≤ 24 h; ICAM; alerta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pasos 1 y 2 son de cualquier persona; el mando es de C-04 y nadie actúa fuera de sus órdenes.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Protégete, da la alarma, C-04 manda. Nunca agua sobre metal; nunca rescate sin ERA.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escenario tiene su acción y su prohibición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1 a 4: detecta, protégete en ≤ 30 s, da la alarma, identifica el evento.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fuga en EAF: no bascules, ≥ 25 m. B olla perforada: a la fosa seca, nunca agua.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 breakout: mantén agua de molde, ≥ 20 m. D sin agua: emergencia en ≤ 15 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 gas: CO 25 ppm sal, 200 ppm evacúa. Después C-04 manda y se cuenta en ≤ 10 min.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puntos de reunión: cada sector cuenta a su gente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PR1 nave de hornos y patio; PR2 nave de ollas y LF; PR3 CC1 y CC2.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Refugios R1–R4 y púlpitos a ≤ 30 s de cualquier punto de zona roja.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ruta de escape lleva a las salidas marcadas en verde.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Alarma, radio, fosa seca y ESD listos antes del evento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Botones de alarma y sirena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Alerta general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Intermitente alerta; continuo evacuar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Radio, canal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Comunicación prioritaria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Canal dedicado [Supuesto: canal 1]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al inicio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de emergencia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olla perforada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Seca, libre, ≥ 1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Caja de emergencia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acero en breakout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Seca, en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Antes de cada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 de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el molde en apagón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Entrada automática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mensual (MM-CC-03)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ESD de GN y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Cortan el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≤ 5 s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trimestral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ERA, botiquín, DEA, arena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Rescate, auxilios y derrames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ERA ≥ 30 min; agentes 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Revisión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 s, 1 min, 10 min: los tiempos que salvan vidas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zona verde o refugio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30 s en simulacro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rutas y refugios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púlpito al CI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Reforzar entrenamiento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 en punto de reunión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7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Búsqueda por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Llegada de la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turnos de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 de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olla y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Evacuación por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200 ppm; ≥ 20 %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el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fuga EAF /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breakout /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20 m / ≥ 10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Salida individual por gas: CO 25 ppm, 10 % LEL, O₂ fuera de 19.5–23.5 % (MS-ACE-06). Umbrales [Verificar NOM-010 / SSO]. C-16 ajusta los radios.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sobre metal, rescate sin ERA: errores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A. Fuga de agua en el EAF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fuera; evacuar a ≥ 25 m; cerrar el panel por mando remoto. Prohibido bascular o mover electrodos.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B. Perforación de olla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grúa: olla a la fosa seca sin pasar sobre personas; en carro: evacuar ≥ 25 m. Prohibido taponar o usar agua.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 y D. Breakout o sin agua de molde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olla y distribuidor; mantener agua de molde; evacuar bajo la máquina y ≥ 20 m. Emergencia en ≤ 15 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 y F. Gas o derrame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Gas: A1 salir, A2 evacuar, ESD, sin chispas. Derrame: dejar solidificar, arena seca. Nunca agua ni rescate sin ERA.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de la zona donde se interviene (MS-ACE-08)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ERA en cualquier atmósfera peligrosa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Brigada: equipo estructural o aluminizado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pisar escoria que parece fría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el evento se retiene el acero y se aprende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 de escenario crítico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al año por cuadrilla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Acta con tiempos y lista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lenta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Evacuación general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al año, una sin aviso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Acta, tiempos, conteo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 incompleto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Tabletop del 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 por cuadrilla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Mando desorganizado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Acero y producto afectado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Retener y evaluar (C-09)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 cada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Producto no conforme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reinicio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Agua, refractario, sensores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 cada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Repetición del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Lecciones aprendidas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ICAM y alerta ≤ 7 días [Sup.]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Reincidencia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simulacro no hecho se reprograma en ≤ 30 días: la respuesta solo es rápida si se practica.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Protégete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 hacia zona verde o refugio en ≤ 30 s por la ruta de escape; no regreses por herramientas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salvo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 la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Botón + radio: EMERGENCIA ×3, lugar, tipo, personas afectadas, quién llama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Mensaje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Testigo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Pon el proceso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escenario: arco fuera, olla y distribuidor cerrados, ESD de gas, olla a la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seguro ≤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Púlpitos, 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Reporta al CI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a C-04: qué, dónde, personas y acciones hechas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≤ 1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Asume el mando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se identifica como CI, fija puesto de mando seguro, activa brigadas y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 identificado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Evacúa y cuenta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Líderes llevan a su gente al punto de reunión, cuentan y reportan faltantes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 ≤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 solo por orden del CI, con EPP y ERA; C-16 mide y delimita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Evento contenido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 lesionados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Primeros auxilios y traslado; quemaduras: agua limpia lejos del metal líquido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Atención 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Brigada/médico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reingreso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 con C-16: &lt; 10 % LEL, CO &lt; 25 ppm, O₂ 19.5–23.5 %, metal sólido,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escrita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Reinicia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reinicio del área con C-07 /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Preserva y reporta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Conserva la escena; reporte inicial ≤ 24 h; análisis ICAM; alerta de seguridad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emitido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falta alguien en el conteo, busca la brigada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Falta una persona en el conteo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Búsqueda dirigida por brigada con EPP/ERA; nunca individual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 saturado o sin señal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Mensajeros designados; teléfonos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no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Asume el CI el supervisor de mayor jerarquía (C-05 o C-06)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evento escala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Apoyo externo por canales autorizados; vigilancia guía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Segundo evento en la respuesta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 reevalúa zonas y evacúa más amplio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O para púlpitos y mando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5B1A6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Comandante del Incidente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tabletop + 2 simulacros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C-06 Líderes de sector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simulacros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S-06, S-12 Púlpitos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simulacros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simulacros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Brigadistas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24–80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Prácticas mensuales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simulacros al año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protege primero y da la alarma con el formato único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púlpito aplica la acción inmediata de su escenario (A–E) y reporta al CI en ≤ 1 min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Nombra lo prohibido: agua sobre metal, bascular con agua, rescate sin ERA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asume el mando y logra el conteo en ≤ 10 min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brigada interviene solo por orden del CI, con EPP y ERA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reingreso se autoriza por escrito con atmósfera en rango, metal sólido y LOTO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tabletop + 2 simulacros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simulacro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MS-ACE-09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es lo primero que haces al detectar una emergencia?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Intento controlarla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Me protejo en ≤ 30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Busco al supervisor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es el Comandante del Incidente en la Acería?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C-04 Jefe de Turno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primero que llega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un derrame de metal en el piso. ¿Qué NO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Evacuar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Echar agua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Contener con arena seca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en CC. ¿Qué pasa con el agua de molde?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 corta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Se mantiene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reduce a la mitad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cuánto tiempo debe completarse el conteo en el punto de reunión?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10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30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Al final del turno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emergencia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Protégete y da la alarma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30 s a zona verde; EMERGENCIA ×3, lugar, tipo, personas.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manda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actúa como héroe; la brigada interviene solo por orden del CI.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agua sobre metal líquido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 solidificar y contén con arena seca.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rescate sin ERA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 bajo una olla, ni en la zona roja sin protección.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MS-ACE-09 — Respuesta a emergencias de la Acería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2026-09-25T19:42:33Z</dcterms:created>
  <dcterms:modified xsi:type="dcterms:W3CDTF">2026-09-25T19:42:33Z</dcterms:modified>
</cp:coreProperties>
</file>