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Entregar una olla seca, a 1,000–1,100 °C, con válvula probada, arena de sello y argón, para abrir libre ≥ 98 %. Principio rector: Olla que no está caliente, seca y probada no se entrega.
PUNTOS A CERRAR: Presentar a los participantes, el objetivo y la ruta de certificación (teoría → OJT → evaluación práctica).
[POR CONFIRMAR] Placas, presión de cierre, arena, precalentador y curva de secado con el OEM y el proveedor de refractarios · Espesores de retiro, T de coraza, prueba del tapón, humedad de arena y tiempo al carro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Olla nueva: curva completa, típico 24–48 h [Validar con OEM / Ingeniería de Proceso]. Barril ≥ 40 mm [Supuesto]; placas 2–5 coladas [Validar con OEM].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≥ 8 h — Olla fría (&gt; 4 h fuera de ciclo): ≥ 8 h y cara caliente ≥ 1,000 °C.
2) c) Con la olla caliente, al final — Si la arena pasa horas en el precalentador se sinteriza y baja la apertura libre.
3) b) Con ≥ 80 coladas o fuera de criterio — Vida de 60–80 coladas; también se retira por espesor o termografía. C-15 decide.
4) b) Purgar antes de reencender — Reencender sin purga puede provocar una explosión de gas.
5) a) Con la hidráulica bloqueada — Hidráulica desconectada y bloqueada, olla asentada en su soporte: evita atrapamientos.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Placas, presión de cierre, arena, precalentador y curva de secado con el OEM y el proveedor de refractarios · Espesores de retiro, T de coraza, prueba del tapón, humedad de arena y tiempo al carro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MO-OLL-01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Preparación de olla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Entregar una olla seca, a 1,000–1,100 °C, con válvula probada, arena de sello y argón, para abrir libre ≥ 98 %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(S-08)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40 ollas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98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de apertura libre en la CC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Volteo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 y válvula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con Ar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 y entrega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S-08 Preparador de Ollas · S-24 Refractarista · S-09 Grúa de Colada · C-15 Especialista de Refractarios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entregas una olla seca, caliente y lista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 si la olla sigue en servicio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Revisar línea de escoria, barril, fondo, asiento y termografía; retiro con ≥ 80 coladas o fuera de criterio.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válvula y tapón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 con la hidráulica bloqueada; 3 carreras completas; tapón con paso de argón; válvula cerrada.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 según la condición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caliente 1,000–1,100 °C; olla fría &gt; 4 h: ≥ 8 h; olla nueva o revestida: curva completa.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Colocar la arena y entregar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 de cromita seca en cono con la olla ya caliente; lista firmada y al carro en ≤ 10 min [Supuesto].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fría o húmeda que recibe 150 t de acero puede explotar. Un refractario agotado perfora y derrama metal. Y una válvula que no abre obliga a lancear con O₂ en la colada continua: reoxidación, inclusiones y un operador expuesto.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que no está caliente, seca y probada no se entrega.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C-15 decide el retiro; S-08 firma la entrega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preparación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Especialista de Refractarios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define retiro, vida y curvas de calentamiento; decide el retiro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 Preparador de Ollas (Ollero)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Prepara, prueba, precalienta, llena la arena y firma la lista de entrega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 Refractarista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placas, buzas y tapón; repara línea de escoria y zona de impacto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Mueve la olla entre volteo, preparación, precalentador y carro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Asigna ollas a coladas según la secuencia y la disponibilidad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olla y verifica la lista (MO-EAF-07)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Primero caliente; la arena va al final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Recibir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Número, coladas y notas de la CC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Voltear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Escoria y costra sobre fosa seca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Espesor, grietas, termografía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Limpiar asiento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Lanza de O₂ sin dañar el bloque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 y buza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 con la hidráulica bloqueada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carreras de válvula; tapón con Ar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1,000–1,100 °C; fría &gt; 4 h: ≥ 8 h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Cromita seca en cono, olla caliente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Entregar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Lista firmada → carro del EAF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arena va al final, con la olla caliente: si pasa horas en el precalentador se sinteriza y la olla no abre.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que no está caliente, seca y probada no se entrega.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Refractario, válvula y tapón deciden la colada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Figura: olla-corte-valvula-tapon.svg.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olla-corte-valvula-tap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79" y="1417320"/>
            <a:ext cx="654908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caliente precalentada a 1,000–1,100 °C; vida del refractario de 60–80 coladas.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línea de escoria MgO-C (3) es la zona de desgaste crítico.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Válvula cerrada con arena de cromita sobre la buza: meta de apertura libre ≥ 98 %.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poroso inyecta argón; se prueba en cada ciclo.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Diez ollas: siete en ciclo y tres en reserva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Figura: eaf-flujo-acería.svg.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eaf-flujo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181"/>
            <a:ext cx="6766560" cy="4330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olla da una vuelta en ≈ 3.5 h: EAF, LF, colada continua y regreso.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preparación (12) recibe la olla vacía y la entrega precalentada al EAF.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ollas quedan en mantenimiento o reserva.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se revisan en cada ciclo de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de 150 t (flota de 10)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Contiene el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 en ciclo; vida 60–80 coladas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Coladas en registro; muñones OK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Refractario de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Protege la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MgO-C; barril Al₂O₃-MgO-C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≥ criterio de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deslizante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y cierra el flujo en la CC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Placas de 2 o 3 piezas; buza colectora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Carrera completa, sin trabas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Arena de cromita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Evita que el acero solidifique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proveedor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 ≤ 0.2 % [Supuesto]; tolva cerrada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poroso (1–2)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Inyecta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Conexión rápida al carro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 de argón en la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Calienta la cara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Gas natural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de flama y purga automática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 / cámara 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cara caliente y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Calibración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Temperatura, refractario y pruebas liberan la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cara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entregar; seguir calentando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fuera de ciclo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4 h (en ciclo)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4 h (olla fría)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Precalentar ≥ 8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Precalentado olla fría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8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8–12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8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entregar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Coladas del refractario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60–80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80 o por inspección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Retiro a MM-OLL-01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línea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mm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Retiro o reparación (C-15)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300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350 / &gt; 400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350 alarma; &gt; 400 retiro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100–200 NL/min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según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bajo, presión alta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Limpiar con O₂ o cambiar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Humedad de la arena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0.2 %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usar; cambiar el lote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nueva: curva completa, típico 24–48 h [Validar con OEM / Ingeniería de Proceso]. Barril ≥ 40 mm [Supuesto]; placas 2–5 coladas [Validar con OEM].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fría o húmeda: explosión al recibir acero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Olla caliente y seca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caliente ≥ 1,000 °C; fría &gt; 4 h: ≥ 8 h; olla nueva con curva de secado completa. Lista de entrega firmada.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Arena y refractario secos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 en tolva cerrada; se llena con la olla caliente, desde posición protegida, sin asomarse a la boca, ≤ 2 min.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Precalentador: purga antes de encender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Purga automática y detector de flama. Nunca reencender a mano sin purga: explosión de gas.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Válvula y olla suspendida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 con la hidráulica bloqueada (MS-ACE-02). Nadie bajo una olla suspendida ni en la ruta de la grúa.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y careta con visor dorado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Chaqueta, polainas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ignífuga, botas metatarsales y lentes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Mascarilla para polvo de cromita y refractario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multigás (CO y LEL) en el precalentador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Perforación de olla: fosa seca, lejos y nunca agua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grúa: llevar la olla a la fosa de emergencia seca, sin pasar sobre personas.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carro o estación: retirar a todos a ≥ 25 m; no intentar taponar.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Derrame: nunca agua; dejar solidificar y contener con arena seca.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apertura libre se gana en la preparación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libre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98 % de las coladas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 la CC,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Lanceo en CC: reoxidación e inclusiones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la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caliente 1,000–1,100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Pirómetro, cada entrega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Caída de T, costras, más tiempo de LF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Limpieza de la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costra en fondo ni asiento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Visual, cada ciclo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Reoxidación; válvula que no abre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poroso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paso de argón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Prueba, cada ciclo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desulfuración ni flotación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Apertura libre &lt; 98 % en la semana: análisis de causa con C-15 y la CC (arena, espera, T, costra).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seis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olla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 número, coladas acumuladas y observaciones de la CC (apertura libre, flujo)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Voltea escoria y costra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grúa de colada, en la estación, sobre fosa seca; nadie a ≤ 15 m ni bajo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limpia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/ 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el refractario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de escoria, barril, fondo, zona de impacto, asiento y tapón; termografía del ciclo anterior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Dentro de 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 / 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Decide el retiro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algún criterio falla: avisa a C-15 y retira la olla (MM-OLL-01)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Decisión registrada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el asiento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de O₂ desde arriba en el asiento de la buza superior, sin dañar el bloque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Asiento limpio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o cambia placas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la hidráulica desconectada y bloqueada: orificio y superficie; cambio según OEM y el conteo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Placas vigentes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la buza colectora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está erosionada o con costra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nueva o íntegra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seis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la válvula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Reconecta; 3 carreras completas; revisa tiempo y suavidad; déjala cerrada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Carrera completa, cerrada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 argón; mide caudal a la presión de prueba; confirma burbujeo o caudal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100–200 NL/min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Precalienta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Purga automática y encendido; hasta 1,000–1,100 °C. Fría &gt; 4 h: ≥ 8 h. Nueva: curva 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caliente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 con arena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caliente, fuera del precalentador; arena seca con tubo o embudo, sin asomarte; cono sobre la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Cono completo; ≤ 2 min expuesto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antes de entregar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 cara caliente; arena sin remover, válvula cerrada, conexión de 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conforme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 la lista; la olla va al carro de vaciado (MO-EAF-07) en ≤ 10 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 / 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Punto caliente o perforación: retirar y alejarse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Coraza &gt; 350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Retirar la olla; C-15 evalúa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Perforación de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Evacuar a ≥ 25 m; metal a fosa seca; nunca agua; MS-ACE-09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sin paso de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Limpiar con O₂ en caliente; si falla, cambiar o marcar “sin Ar” (decide C-04)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con carrera incompleta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entregar; S-24 corrige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no llega a 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Seguir calentando; sin otra olla, C-04 y C-07 ajustan la T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 flama del precalentador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automático; purga antes de reencender; mantenimiento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Arena húmeda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Cambiar el lote; revisar el almacenamiento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C-15, 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libre &lt; 98 % 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Análisis de causa con C-15 y la CC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 Preparador de Ollas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 / 40 ollas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 Refractarista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 / 30 cambios de placas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confinado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MO-OLL-02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volteos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Especialista de Refractarios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la regla de olla fría (&gt; 4 h → ≥ 8 h) y mide la cara caliente ≥ 1,000 °C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Llena con arena seca, olla caliente y desde la posición protegida; forma el cono correcto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T, arena y válvula antes de entregar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 placas con la hidráulica bloqueada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Conoce los criterios de retiro (coladas, espesor, termografía)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reenciende sin purga; voltea sobre fosa seca sin nadie a ≤ 15 m ni bajo la olla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 / 40 ollas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MO-OLL-01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estuvo 6 h fuera de ciclo. ¿Cuánto se precalienta?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30–60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≥ 8 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24–48 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¿Cuándo se coloca la arena de cromita?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Al recibir la olla vacía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Antes del precalentador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Con la olla caliente, al final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¿Cuándo se retira el refractario de trabajo?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Con ≥ 40 coladas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Con ≥ 80 coladas o fuera de criterio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Con ≥ 150 coladas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precalentador pierde la flama.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Reencender a mano de inmediato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Purgar antes de reencender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Abrir más el gas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se cambian las placas de la válvula?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Con la hidráulica bloqueada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Con la olla suspendida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Con la válvula en automático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olla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fría o húmeda no recibe acero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caliente ≥ 1,000 °C; fría &gt; 4 h: ≥ 8 h de precalentamiento.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purga no se enciende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precalentador se reenciende solo después de la purga automática.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 seca, con la olla caliente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Desde la posición protegida, sin asomarse a la boca, ≤ 2 min.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una olla suspendida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 en la ruta de la grúa ni a ≤ 15 m del volteo.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MO-OLL-01 — Preparación de olla: válvula deslizante, arena de sello, tapón poroso y precalentamiento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2026-09-25T20:02:41Z</dcterms:created>
  <dcterms:modified xsi:type="dcterms:W3CDTF">2026-09-25T20:02:41Z</dcterms:modified>
</cp:coreProperties>
</file>