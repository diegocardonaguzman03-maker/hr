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Desde 1.8 m, 100 % conectado a un anclaje de 22.2 kN, con rescate listo en menos de 15 minutos. Principio rector: Desde 1.8 m, 100 % conectado, con rescate listo antes de subir.
PUNTOS A CERRAR: Presentar a los participantes, el objetivo y la ruta de certificación (teoría → OJT → evaluación práctica).
[POR CONFIRMAR] Distancia libre ≈ 6 m, radio de zona de caída ≥ 3 m y viento límite (supuestos) · Frecuencia de inspección de anclajes y arneses (supuestos) · Altura de barandal y fuerza del absorbedor con la NOM-009 vigente (SSO)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NOM-009-STPS-2011 [Verificar con la NOM vigente / SSO]. Distancia libre ≈ 6 m = 1.8 línea + 1.75 absorbedor + 1.5 trabajador + 1 margen [Supuesto].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1.8 m — Desde 1.8 m (NOM-009) o a cualquier altura sobre metal líquido, fosas o maquinaria.
2) c) 22.2 kN — ≥ 22.2 kN (5,000 lb) por persona, con placa o certificación.
3) c) Cable de acero o aramida — El nylon y el poliéster se queman con el calor radiante y fallan en la detención.
4) a) &lt; 15 min — El trauma por suspensión puede matar en ese tiempo: rescate &lt; 15 min.
5) b) Con doble línea, una siempre puesta — 100 % conectado: con doble línea, una siempre enganchada a un anclaje certificado.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Distancia libre ≈ 6 m, radio de zona de caída ≥ 3 m y viento límite (supuestos) · Frecuencia de inspección de anclajes y arneses (supuestos) · Altura de barandal y fuerza del absorbedor con la NOM-009 vigente (SSO)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MS-ACE-10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en altura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1.8 m, 100 % conectado a un anclaje de 22.2 kN, con rescate listo en menos de 15 minutos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CRS-03 y torre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1.8 m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 que exige protección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15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para rescatar al suspendido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Evaluar la tarea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 y LOTO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Anclaje ≥ 22.2 kN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Equipo inspeccionado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Rescate listo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conectado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Trabajadores autorizados (S-02 · S-03 · S-19 · S-20 · S-22 · S-23 · S-24 · contratistas) · emisores (C-05 · C-06 · C-11 · C-12) · brigada · armadores de andamios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subes, trabajas y bajas sin caer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Elegir el método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Piso → protección colectiva → restricción → detención de caídas → rescate, en ese orden.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Conectarte a un anclaje válido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anclajes con placa de ≥ 22.2 kN o líneas de vida certificadas; nunca tuberías ni barandales.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Calcular la distancia libre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+ absorbedor + estatura + 1 m (≈ 6 m con línea de 1.8 m); si no alcanza, retráctil o restricción.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Rescatar en menos de 15 min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 en sitio y rescatista designado antes de iniciar; el trauma por suspensión mata en ese tiempo.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caída desde la bóveda, la plataforma de electrodos o un pasillo de grúa es una fatalidad; el estándar CRS-03 nace de un caso así en el laminador. Aun con la caída detenida, una persona suspendida puede morir por trauma de suspensión en menos de 15 minutos.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1.8 m, 100 % conectado, con rescate listo antes de subir.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emisor planea; el trabajador nunca se desconecta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altura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inventario de anclajes certificados; aprueba el plan de rescate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(C-05, C-06, C-11, C-12)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Emite el permiso; verifica anclaje, equipo, LOTO y rescate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 autorizado y contratistas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su equipo; se mantiene 100 % conectado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Supervisor u observador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la tarea; activa el rescate de inmediato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 de rescate en altura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Rescata en &lt; 15 min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Ingeniería / C-14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Certifica puntos de anclaje y líneas de vida fijas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Almacén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vida útil, inspección y retiro de arneses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se elimina la altura; el arnés va al final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¿Desde piso?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se puede, se hace en piso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¿Barandal?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Completo: sin salir de él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 y LOTO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Horno, grúa o equipo bloqueado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Anclaje y arnés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22.2 kN; línea para calor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Distancia libre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6 m con línea de 1.8 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Rescate listo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 y rescatista; &lt; 15 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conectado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Doble línea al desplazarse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objetos olvidados; permiso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distancia libre no alcanza o el rescate no está listo, no se sube: se cambia a retráctil o restricción.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1.8 m, 100 % conectado, con rescate listo antes de subir.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la bóveda se sube con el horno bloqueado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la bóveda o fuera de barandal: LOTO del horno, arco fuera, interruptor abierto.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llave cautiva solo vale para el acceso de rutina con barandal completo (MS-ACE-02 §6.4).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Cerca del horno la línea de conexión es de cable de acero o aramida, nunca nylon.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empalme de electrodos se hace dentro del barandal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Figura: eaf-empalme-electrodo.svg.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empalme-electr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Método A: desde la plataforma con barandal, con llave cautiva.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Método B: exige LOTO completo del horno.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Herramientas amarradas y zona delimitada abajo, radio ≥ 3 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Anclaje certificado y línea resistente al calor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anclaje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Soporta la fuerza de la caída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22.2 kN (5,000 lb) por persona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Placa; inspección anual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Arnés de cuerpo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Distribuye la fuerza de detención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Anillo D dorsal; argollas de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Antes de cada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con absorbedor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Limita la fuerza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1.8 m; detención ≤ 6 kN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Indicador de impacto intacto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resistente al calor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Cerca de horno, olla,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Cable de acero o aramida; no nylon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quemaduras ni fibras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Retráctil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Reduce la caída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Para bordes o poca distancia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bloqueo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Barandal y andamio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Protección colectiva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Barandal ≈ 0.90–1.10 m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Completo; tarjeta verde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Kit de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al suspendido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Descenso controlado; trípode; PEMP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el sitio antes de iniciar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22.2 kN, 1.8 m y 15 min: los números de la altura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con protección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1.8 m o sobre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Aplicar este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Anclaje por persona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22.2 kN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22.2 kN o sin placa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otro anclaje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0.6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1.8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Reubicar; retráctil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Distancia libre requerida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6 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Disponible menor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Retráctil o restricción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del suspendido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iniciar sin plan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 cerca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arco ni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para calor; esperar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Viento a la intemperie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 km/h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40 km/h o tormenta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Suspender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bajo el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Delimitada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 ≥ 3 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despejar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NOM-009-STPS-2011 [Verificar con la NOM vigente / SSO]. Distancia libre ≈ 6 m = 1.8 línea + 1.75 absorbedor + 1.5 trabajador + 1 margen [Supuesto].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Caída, calor sobre la línea y suspensión: todos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Anclaje certificado ≥ 22.2 kN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placa o línea de vida certificada. Nunca tuberías, barandales, charolas de cable ni la grúa sin certificar.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antes de subir a equipos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Bóveda: arco fuera e interruptor abierto. Pasillo de grúa: barras colectoras bloqueadas y topes a la grúa vecina.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Línea resistente al calor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Cerca del horno, olla o distribuidor: cable de acero o aramida. El nylon y el poliéster se queman y fallan.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Rescate en menos de 15 min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 en sitio y rescatista designado antes de iniciar; correas de alivio en el arnés contra el trauma por suspensión.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barbiquejo, lentes, guantes y botas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algodón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de cuerpo completo con línea adecuada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Cerca del horno: EPP de la zona (MS-ACE-08)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se queda olvidado en la bóveda ni en la grúa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altura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Distancia libre y plan de rescate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trabajo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Trabajo sin plan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Anclajes y líneas de vida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Inventario y certificación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Anual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Anclaje no válido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Arneses y líneas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formal y retiros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6 meses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 dañado en uso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Andamios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Tarjeta verde vigente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armado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Colapso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Simulacros de rescate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&lt; 15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al año por brigada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tardío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del área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objetos olvidados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Recorrido de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Objetos al baño o a la grúa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objeto olvidado en la bóveda cae al baño o daña la grúa: el cierre se recorre antes de firmar.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ocho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Evalúa la tarea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¿Se puede en piso? ¿Hay barandal completo? Elige: colectiva → restricción → detención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Método definido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Emite permiso y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altura + LOTO del horno, grúa o equipo; llave cautiva solo en acceso de rutina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y LOTO verificados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 el anclaje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con placa ≥ 22.2 kN o línea de vida certificada; nunca tuberías ni barandales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Anclaje certificado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tu equipo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Arnés (costuras, hebillas, anillo D, etiqueta), línea (absorbedor, doble seguro), retráctil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defectos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Calcula la distancia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+ elongación del absorbedor + estatura + 1 m; compárala con la distancia al piso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Disponible ≥ requerida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Kit de rescate en sitio; rescatista designado; tiempo estimado &lt;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listo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Emisor/brigada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Delimita 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Cinta y letrero TRABAJO EN ALTURA — NO PASAR; radio ≥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ocho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con 3 puntos de apoyo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escaleras, 3 puntos de contacto; herramientas en bolsa o amarradas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Ascenso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 100 % conectado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desplazarte usa doble línea: una siempre conectada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Nunca desconectado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hay caída, rescata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observador activa el rescate de inmediato; el suspendido mueve las piernas y usa las correas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Abajo en &lt;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herramientas; revisa que no queden objetos en bóveda o grúa; cierra permiso y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Área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 suspendida: rescate inmediato, nunca &gt; 15 min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 suspendida tras caída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inmediato; nunca &gt; 15 min; atención médica aunque se vea bien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Brigada,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Indicador de impacto activado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el equipo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Almacén,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Anclaje sin placa o dañado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reportar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C-14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se mueve con persona en vía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y paro de emergencia; revisar el bloqueo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Calor radiante inesperado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Bajar; revisar LOTO y programa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Viento fuerte o tormenta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Suspender y bajar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Trabajador autorizado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torre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tareas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del permiso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permisos con tutor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Rescatista en altura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16–24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simulacros al año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Armador de andamios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armados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Contratistas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(TD-P08)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tarea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Elige el método y emite el permiso con LOTO; llave cautiva solo en acceso de rutina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 solo anclajes certificados de ≥ 22.2 kN (5,000 lb)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 arnés y línea, y usa línea resistente al calor cerca del horno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Calcula la distancia libre de caída y confirma rescate &lt; 15 min antes de iniciar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Permanece 100 % conectado con doble línea al desplazarse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observador activa el rescate de inmediato si hay una caída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 + torre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tareas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 la torre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MS-ACE-10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¿Desde qué altura se requiere protección contra caídas?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1.0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1.8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3.0 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resistencia mínima debe tener el anclaje por persona?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 kN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12 kN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22.2 kN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Trabajas cerca del horno. ¿Qué línea de conexión usas?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Nylon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Poliéster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Cable de acero o aramida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cuánto tiempo debe bajarse a una persona suspendida?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&lt; 15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&lt; 1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Al final del turno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 desplazas por un pasillo de grúa. ¿Cómo te mantienes conectado?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Me desconecto un momento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Con doble línea, una siempre puesta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Me sujeto al barandal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altura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seguridad (pendientes: técnica,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1.8 m, 100 % conectado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Doble línea al desplazarte; nunca desconectado.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anclajes certificados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22.2 kN con placa; nunca tuberías, barandales ni charolas.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rescate listo no se sube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 en sitio y rescatista designado; persona abajo en &lt; 15 min.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equipos, LOTO primero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Bóveda, grúa, torreta: bloqueados antes de subir.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MS-ACE-10 — Trabajo en altura: bóveda, plataformas y grúas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2026-09-25T19:42:33Z</dcterms:created>
  <dcterms:modified xsi:type="dcterms:W3CDTF">2026-09-25T19:42:33Z</dcterms:modified>
</cp:coreProperties>
</file>