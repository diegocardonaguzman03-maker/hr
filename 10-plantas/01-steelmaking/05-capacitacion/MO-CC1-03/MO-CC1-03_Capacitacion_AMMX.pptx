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Abrir olla y distribuidor y llenar el molde sin fugas ni explosiones, con nivel automático y rampa de velocidad. Principio rector: Si la zona roja no está libre o la olla no abre en el tiempo, el arranque no sigue.
PUNTOS A CERRAR: Presentar a los participantes, el objetivo y la ruta de certificación (teoría → OJT → evaluación práctica).
[POR CONFIRMAR] Nivel de apertura, tiempo de llenado, velocidad de arranque y rampa con el OEM · Altura de puertos de la SEN sobre la chatarra y argón de sello del tubo protector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Líquidus bajo C al Al ≈ 1,525 °C. Apertura, llenado, velocidad de arranque, rampa y argón de sello: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≈ 500 mm — Objetivo 500 mm (≈ 18 t), rango 450–600 mm; con menos de 400 mm no se abre.
2) b) 40–60 s — &lt; 30 s salpica y deja cáscara débil; &gt; 90 s arriesga cabeza fría y C-06 evalúa abortar.
3) b) Cerrar el tapón de inmediato — Fuga por la cabeza: cierra el tapón, detén la extracción, nadie se acerca y C-06 evalúa.
4) a) 0.2 m/min por minuto — Una rampa rápida no deja crecer la cáscara: riesgo de sticker y breakout. Alarma &gt; 0.25.
5) c) 10 min después de velocidad nominal — Solo con autorización de C-06, 10 min después de la velocidad nominal y sin alarmas.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Nivel de apertura, tiempo de llenado, velocidad de arranque y rampa con el OEM · Altura de puertos de la SEN sobre la chatarra y argón de sello del tubo protector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MO-CC1-03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Arranque de colada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olla y distribuidor y llenar el molde sin fugas ni explosiones, con nivel automático y rampa de velocidad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(S-13 / S-12)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10 arranques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 libre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abierta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≥ 500 mm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Molde en 40–60 s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Automático a 0.3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Rampa a 1.2 m/min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S-13 Operador de Plataforma · S-12 Operador de Púlpito · S-14 Ayudante de Colada · S-09 Grúa de Colada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arrancas estable y sin nadie expuesto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Asegurar la zona de exclusión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a ≤ 10 m del molde, distribuidor y torreta salvo S-12, S-13, S-14 y C-06; nadie bajo el molde ni en segmentos 1–3.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la olla y llenar el distribuidor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abierta libre o lanceada máx. 2 intentos en ≤ 5 min; distribuidor a ≥ 500 mm y SH de 25–35 °C.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Llenar el molde y pasar a automático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Llenado de cabeza a menisco −60 mm en 40–60 s; nivel automático y extracción a 0.3 m/min.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Llevar la máquina a estado estable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Rampa ≤ 0.2 m/min por min hasta 1.2 m/min; zona levantada 10 min después de la velocidad nominal.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el arranque hay acero líquido en el molde sin cáscara formada, la barra falsa recibe el primer impacto y el personal está cerca del molde. Una fuga por la cabeza, una gota de agua o una rampa muy rápida pueden terminar en breakout, explosión o quemaduras mortales.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zona roja no está libre o la olla no abre en el tiempo, el arranque no sigue.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C-06 dirige y decide abortar; S-13 y S-12 ejecutan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arranque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Dirige el arranque; verifica la zona de exclusión; decide abortar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protector, olla, lanceado, distribuidor y apertura del tapón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automático, velocidad, rampa, oscilación y enfriamiento; vigila BOP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Polvo de arranque y de molde; observa el molde; apoyo en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Operador de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 olla llena en la torreta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Muestrero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la muestra de producto del distribuidor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Consulta en desviaciones de temperatura, química o arranque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Jefe de Turno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Informado de arranques abortados o incidentes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arranque es la etapa de mayor riesgo de la colada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Barreras, conteo y sirena ≥ 30 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a colada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Torreta gira; tubo protector con Ar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olla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Libre o lanceo: 2 intentos, ≤ 5 min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500 mm (≈ 18 t); SH 25–35 °C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tapón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Molde lleno a −60 mm en 40–60 s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Polvo de arranque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cubrir los puertos de la SEN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Automático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automático; extracción 0.3 m/min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Rampa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0.2 m/min por min hasta 1.2 m/min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Estado estable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levantada 10 min después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Dos puntos de decisión detienen el arranque: la olla que no abre y la temperatura fuera de rango.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zona roja no está libre o la olla no abre en el tiempo, el arranque no sigue.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molde se llena en 40–60 s y la rampa es gradual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 Figura: cc1-arranque-barra-falsa.svg.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1-arranque-barra-fals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305" y="1417320"/>
            <a:ext cx="6213231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el distribuidor a ≥ 500 mm se abre el tapón y el molde se llena en 40–60 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llegar a menisco −60 mm el nivel pasa a automático y la extracción arranca a 0.3 m/min.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rampa de ≤ 0.2 m/min por minuto deja crecer la cáscara hasta 1.2 m/min.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se abre el tapón con menos de 400 mm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 Figura: cc1-distribuidor.svg.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cc1-distribuid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94" y="1417320"/>
            <a:ext cx="6640651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tapón se abre con 500 mm en el distribuidor (≈ 18 t), rango 450–600 mm.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flux de cobertura se agrega al cubrir la boca del tubo, en capa de 50–100 mm.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Después del arranque el nivel sube a 1,000 mm (900–1,100 mm).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Torreta, tapón y nivel deben responder antes de abrir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Torreta de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Soporta, gira y pesa las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Tipo mariposa, 2 brazos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Frenos y giro; pesaje en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de 150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Contiene el acero tratado en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 deslizante; arena de cromita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y química de envío registradas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protector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Protege el chorro de reoxidación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Sello de argón; sumergido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Precalentado; junta nueva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Barra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Regula el flujo al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3–8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Modo manual y automático listos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 de oxígeno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la olla si no abre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de lanza; O₂ regulado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Lanzas secas; regulador inspeccionado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Sensor de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el nivel con 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mm; alarma ± 8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 (MO-CC1-02)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Polvos de arranque y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Aíslan y lubrican el menisco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Tipo por grado (C-08)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Sacos secos, cerrados, identificados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Sobrecalentamiento, llenado y rampa definen el arranque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distribuidor, 1.ª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Líquidus + 30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Líquidus + 25 a + 35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+ 20 o &gt; + 40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decide / máx. 0.8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de acero en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145–155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140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Ajustar plan de secuencia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para abrir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500 mm (≈ 18 t)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450–600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400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Esperar; no abrir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olla → 500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2–4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apertura y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Llenado del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40–60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30 s o &gt; 90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Ajustar tapón / C-06 evalúa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de arranque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0.3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0.2–0.4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Rampa de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0.2 m/min por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0.1–0.2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Reducir la pendiente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de barra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3–8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8 o sin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Pinholes / revisar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Líquidus bajo C al Al ≈ 1,525 °C. Apertura, llenado, velocidad de arranque, rampa y argón de sello: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roja, lanceado y agua de molde protegen la vida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Zona roja de arranque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m de molde, distribuidor y torreta, y todo bajo la máquina; solo S-12, S-13, S-14 y C-06. Sirena ≥ 30 s antes.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Todo seco antes del tapón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Verificación final de humedad en molde, cabeza, herramientas y polvo; lanzas y herramientas secas o precalentadas.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Lanceado controlado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Lanza seca, EPP aluminizado completo, posición lateral, un operador certificado con vigía; máx. 2 intentos.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Agua de molde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emergencia automática en ≤ 15 s; si no entra: cierra tapón y olla y evacúa.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filtro IR, chamarra y polainas aluminizadas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 y guantes aluminizados o de carnaza larga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con metatarsal de desprendimiento rápido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detector personal de O₂/CO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Lanceado: aluminizado completo con capucha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Bajo la máquina la zona es roja durante el arranque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10 m de molde, distribuidor y torreta; amarilla de 10 a 20 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Plataforma inferior, segmentos 1–3 y cámara de rociado quedan sin personas.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C-06 levanta la zona, 10 min después de la velocidad nominal.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planchón de arranque se inspecciona al 100 %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Sobrecalentamiento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1.ª colada 25–35 °C; luego 20–30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 a 3–5 min y a mitad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Segregación, breakout o congelamiento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al pasar a automático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mm en ≤ 2 min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Tendencia de nivel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 de polvo, grietas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Reoxidación del chorro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protector sellado con Ar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 de Al₂O₃, clogging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de producto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por colada, a mitad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 de muestra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Química fuera de especificación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Planchón de arranque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Marcado e inspeccionado 100 %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Tracking automático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Inclusiones, grietas de cabeza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SH alto da segregación y riesgo de breakout; uno bajo congela la SEN. Se mide a los 3–5 min.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cinco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máquina lista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previa firmada (MO-CC1-02); distribuidor en posición y SEN ≥ 1,000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Firmas completas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Establece la zona roja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Barreras; nadie a ≤ 10 m de molde, distribuidor y torreta salvo equipo de arranque; nadie bajo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Confirmación de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datos y recibe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Grado, peso 145–155 t, T y química del LF; S-09 baja la olla; nadie bajo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asentada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Gira la torreta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sonora; zona de giro despejada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sobre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SEN y pon el tubo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 centrada ± 5 mm, puertos ≈ 100–150 mm sobre la chatarra [Validar con OEM]; tubo con junta y 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sellado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la válvula deslizante al 100 %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Flujo libre (meta ≥ 98 %)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no abre: lancea o aborta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el tubo, lancea desde un costado, máx. 2 intentos en ≤ 5 min; si no abre, aborta e informa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abierta o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cinco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cerrado; al cubrir la boca del tubo agrega flux de cobertura en capa de 50–100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500 mm en 2–4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 temperatura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 del lado del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Líquidus + 25 a + 35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el arranque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confirma oscilación, agua de molde nominal y extracción en espera; C-06 da la orden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Orden verbal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manual progresiva; vigila el chorro y el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Molde lleno en 40–60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Agrega polvo de arranque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Cuando el acero cubre los puertos de la SEN (≈ 50 mm arriba); capa uniforme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Menisco cubierto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Pasa a automático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menisco −60 mm: nivel automático, extracción 0.3 m/min, oscilación y secundario en automático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mm en ≤ 2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la rampa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0.2 m/min por min hasta 1.2 m/min; polvo normal, capa 8–15 mm; distribuidor a 1,000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 BOP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cinco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Levanta la zona roja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min después de la velocidad nominal y sin alarmas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Autorización de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Desconecta y 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Barra falsa a almacenamiento; despunte de cabeza (MO-CC1-08); tiempos, T, pesos y eventos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de colada completa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Acero bajo el molde: cierra el tapón y nadie se acerca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no abre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Lancea; máx. 2 intentos o 5 min; si no, aborta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Acero bajo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tapón de inmediato; detén extracción; nadie se acerca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Llenado &gt; 90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más el tapón; si el molde forma costra, aborta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Rebose del molde al llenar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tapón; no arranques extracción con acero sobre la placa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BOP en la rampa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sistema baja a 0.3–0.5 m/min; mantén hasta normalizar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Breakout en el arranque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tapón y olla, detén y evacúa (MO-CC1-04 §9)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C-06,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&lt; líquidus + 20 °C (1.ª colada)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Riesgo de congelar la SEN: C-08 decide subir velocidad o cerrar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de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Emergencia ≤ 15 s; si no entra: cierra tapón y olla, detén y evacúa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 h / 10 arranques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 h / 10 arranques + simulador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60 h / 8 arranques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arranques dirigidos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Establece y confirma la zona de exclusión bajo el molde antes de abrir la olla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Lancea con EPP completo, desde un costado, con máximo 2 intentos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Abre el tapón y llena el molde en 40–60 s sin rebose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Pasa a nivel automático en −60 mm y arranca a 0.3 m/min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levanta la zona de exclusión antes de 10 min a velocidad nominal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120 h / 10 arranques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MO-CC1-03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nivel mínimo en el distribuidor se abre el tapón?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≈ 200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≈ 500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≈ 1,100 mm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¿En cuánto tiempo se llena el molde de la cabeza al menisco −60 mm?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10–20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40–60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2–3 min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Ves acero bajo el molde durante el llenado. ¿Qué haces primero?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Subir la velocidad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Cerrar el tapón de inmediato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Agregar más polvo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la rampa máxima de velocidad después del arranque?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0.2 m/min por minuto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0.5 m/min por minuto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1.0 m/min por minuto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¿Cuándo se levanta la zona de exclusión del arranque?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Al abrir el tapón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Al pasar a automático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10 min después de velocidad nominal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arranque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el molde en el arranque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 con barreras, conteo y sirena; solo C-06 la levanta.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Lanceo: dos intentos, cinco minutos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olla no abre, se aborta el arranque.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Acero fuera del molde: tapón cerrado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Fuga o rebose: cierra el tapón y detén la extracción.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Rampa gradual, siempre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0.2 m/min por minuto hasta la velocidad nominal.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MO-CC1-03 — Arranque de colada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2026-09-25T19:42:26Z</dcterms:created>
  <dcterms:modified xsi:type="dcterms:W3CDTF">2026-09-25T19:42:26Z</dcterms:modified>
</cp:coreProperties>
</file>