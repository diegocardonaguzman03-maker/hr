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Mantener nivel ± 3 mm, velocidad por sobrecalentamiento y ancho, agua y polvo en rango, y responder bien a cada alarma. Principio rector: Nadie bajo el molde, y ante agua en el molde o breakout, el tapón se cierra primero.
PUNTOS A CERRAR: Presentar a los participantes, el objetivo y la ruta de certificación (teoría → OJT → evaluación práctica).
[POR CONFIRMAR] Tabla velocidad–SH–ancho, reparto de agua por zona, ley de oscilación y lógica del BOP con el OEM · Respuesta a falla de oscilación e ingreso de agua de máquina en breakout según OEM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Con SH &lt; 15 °C no se baja la velocidad: se congela la SEN. Tabla velocidad–SH–ancho, reparto de agua y oscilación: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El cráter sale de la máquina — A 1.6 m/min la punta del cráter llega a ≈ 29 m de ≈ 32 m de longitud metalúrgica.
2) b) Baja a 0.3–0.5 m/min ≥ 30 s — Se mantiene baja ≥ 30 s o hasta normalizar y se recupera con rampa ≤ 0.2 m/min por minuto.
3) a) No la bajas y avisas a C-08 — Bajar la velocidad enfría más el distribuidor y congela la SEN; si baja de 10 °C se prepara el cierre.
4) b) Clogging de la SEN — Al₂O₃ depositada en la SEN: sube argón en pasos de 1 NL/min hasta 8 y prepara cambio de SEN.
5) b) Cerrar el tapón de inmediato — Es agua en el molde: riesgo de explosión. Tapón cerrado, detener, evacuar la plataforma y no reanudar.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Tabla velocidad–SH–ancho, reparto de agua por zona, ley de oscilación y lógica del BOP con el OEM · Respuesta a falla de oscilación e ingreso de agua de máquina en breakout según OEM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MO-CC1-04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Colada en estado estable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Mantener nivel ± 3 mm, velocidad por sobrecalentamiento y ancho, agua y polvo en rango, y responder bien a cada alarma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+ simulador de emergencias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2+5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+ respuestas ★ (§9)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bajo molde libre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± 3 mm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Velocidad por SH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y polvo en rango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Alarma: respuesta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S-12 Operador de Púlpito · S-13 Operador de Plataforma · S-14 Ayudante de Colada · S-11 Muestrero · C-06 · C-08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mantienes la colada estable y segura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Mantener nivel y velocidad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de molde ± 3 mm; velocidad 0.8–1.6 m/min según la tabla velocidad–SH–ancho; cambios ≤ 0.1 m/min por minuto.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Cuidar agua, polvo y enfriamiento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 ≥ 95 % y ΔT 6–9 °C; capa líquida 8–15 mm; secundario según modelo; enderezado HSLA ≥ 900 °C.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Responder a sticker y breakout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Sticker: 0.3–0.5 m/min ≥ 30 s y rampa ≤ 0.2. Breakout: tapón, extracción, olla, evacuación y conteo.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Mantener la exclusión bajo el molde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de exclusión bajo el molde y segmentos 1–3 toda la colada; agua de emergencia en ≤ 15 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estado estable salen ≈ 2.8 t/min de acero (1,300 mm a 1.2 m/min) con una cáscara de solo 15–20 mm a la salida del molde. Un sticker mal atendido termina en breakout; una fuga de agua en el molde, en explosión. Y cada desviación de nivel, agua o temperatura se vuelve un defecto en el planchón.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el molde, y ante agua en el molde o breakout, el tapón se cierra primero.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C-08 fija los parámetros; C-06 decide en el turno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 de tablas de velocidad, agua, oscilación y polvo; analiza BOP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Dirige el turno; decide ante anormales; autoriza acceso bajo el molde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(turno)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Velocidad, nivel, enfriamiento, oscilación, BOP, alarmas y registros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y temperatura del distribuidor, argón, flux, muestras, olla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Polvo de molde, capa líquida, observación del menisco, costras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Muestras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Fallas de sensor de nivel, termopares BOP y medidores de agua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planchones con eventos para disposición (MO-CC1-09)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rutina se repite; la alarma cambia la respuesta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libre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el molde ni en segmentos 1–3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Revisar HMI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Nivel, agua, secundario, BOP, emergencia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SH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por olla; objetivo 20–30 °C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Ajustar velocidad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Tabla velocidad–SH–ancho; máx. 1.6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900–1,100 mm; flux sin ojos de acero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Polvo de molde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 líquida 8–15 mm; 0.3–0.5 kg/t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Vigilar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Agua, secundario, enderezado, tapón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Atender alarma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Sticker, nivel, agua, clogging, breakout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Hoja de colada y eventos por planchón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1.6 m/min la punta del cráter llega a ≈ 29 m de 32 m de máquina: por eso es la velocidad máxima.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el molde, y ante agua en el molde o breakout, el tapón se cierra primero.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molde forma la cáscara: nivel, agua y polvo mandan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 Figura: cc1-molde-nivel.svg.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1-molde-niv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menisco va ≈ 100 mm bajo el borde; el sensor lo mantiene a ± 3 mm con alarma a ± 8 mm.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Caras anchas ≈ 4,200 L/min y angostas ≈ 450 L/min; ΔT 6–9 °C, alarma &gt; 11 °C o caudal &lt; 90 %.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 termopares BOP en 3 filas detectan el sticker cuando la subida de temperatura se propaga hacia abajo.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Diez zonas de agua terminan la solidificación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 Figura: cc1-perfil-maquina.svg.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cc1-perfil-maqu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52" y="1417320"/>
            <a:ext cx="6376737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Fuera del molde, 10 zonas aire–agua enfrían el planchón: 0.8–1.2 L/kg según el grado.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Bajo C al Al usa ≈ 1.1 L/kg; HSLA y peritécticos ≈ 0.85 L/kg.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el enderezado el HSLA debe llegar a ≥ 900 °C para evitar grietas transversales.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Nivel, agua de molde y BOP sostienen la colada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Lazo de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Mantiene el menisco con 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Eddy current + PID; ±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 estable; calibración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Enfría las placas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4,200 / 450 L/min; ΔT 6–9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y ΔT con alarmas activas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Respaldo del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Torre + diésel; ≤ 15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Estado listo en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Oscilador hidráulico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Despega la cáscara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120–200 cpm; carrera 4–8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 y carrera según tabla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Secundario y modelo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Solidifica el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zonas; 0.8–1.2 L/kg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Modelo activo; tabla de respaldo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Predice stickers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Termopares en 3 filas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Termopares con lectura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Polvo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Aísla, lubrica, absorbe inclusiones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0.3–0.5 kg/t; capa 8–15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Tipo por grado; sacos secos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Nivel, sobrecalentamiento y agua definen la velocidad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8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 pérdida de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de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1.2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0.8–1.6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1.6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Respetar tabla velocidad–SH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15 o &gt; 35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Tabla; &gt; 40: máx. 0.8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900–1,100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900 o &gt; 1,250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Subir flujo / cerrar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de barra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4–5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3–8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8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exceder: pinholes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7.5 °C; 4,200 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6–9 °C; ± 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&gt; 11 °C o &lt;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 a 0.8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Capa líquida de polvo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10–12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8–15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6 o &gt; 18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Agregar / reducir polvo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Enderezado (HSLA)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920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880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agua Z6–Z8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SH &lt; 15 °C no se baja la velocidad: se congela la SEN. Tabla velocidad–SH–ancho, reparto de agua y oscilación: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Breakout y agua en el molde: los riesgos que matan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Zona de exclusión bajo el molde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Permanente bajo el molde y segmentos 1–3; acceso solo con autorización de C-06 y la máquina a velocidad reducida.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Agua de emergencia ≤ 15 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falla el agua de molde y la emergencia no entra: cierra tapón y olla, detén y evacúa.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Agua en el molde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Vapor, reventones o gotas en el menisco: cierra el tapón de inmediato, detén, evacúa la plataforma y no reanudes.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Plataforma de molde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 ≤ 3 m del molde: solo S-13 y S-14 con aluminizado seco; herramientas y polvo secos.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IR, chamarra aluminizada y ropa FR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y botas con metatarsal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P100 al agregar polvo de molde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detector de O₂/CO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Hidratación y pausas por estrés térmico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una emergencia, primero te proteges y das alarma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 Figura: ms-emergencia-arbol-decision.svg.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emergencia-arbol-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 a zona verde o refugio en ≤ 30 s; no regreses por herramientas.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 la alarma por botón y radio: lugar, tipo de evento y personas.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breakout: tapón, extracción, olla, evacuación y conteo de personal.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evento de proceso queda marcado en el planchón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molde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mm; eventos &gt; ± 8 mm marcados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Continuo, nivel 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 de polvo, grietas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Sobrecalentamiento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20–30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mediciones por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Segregación central / clogging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Capa líquida y consumo de polvo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8–15 mm; 0.3–0.5 kg/t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medición y consumo por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Stickers, grietas, depresiones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Simetría de agua de molde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6–9 °C; diferencia ≤ 1.5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Continuo, nivel 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longitudinales, depresiones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Enderezado (HSLA)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900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Pirómetro continuo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transversales y de esquina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Eventos por planchón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Marcado automático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Tracking en MES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especial (MO-CC1-09)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planchón con evento de nivel, sticker, SEN o cambio de olla va a inspección especial con C-09.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 de rutina; dos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la zona de exclusión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inicio del turno y tras cada evento: barreras y nadie bajo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despejada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/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el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Nivel, velocidad, agua de molde, enfriamiento, oscilación, BOP, agua de emergencia lista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en verde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temperatura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los 5 min de abrir cada olla, a mitad y 10 min antes del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SH 20–30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la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la tabla velocidad–SH–ancho; cambios ≤ 0.1 m/min por minuto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Dentro de tabla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Cuida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900–1,100 mm con la válvula de la olla; flux siempre cubriendo, sin acero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ojos de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Agrega polvo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Poco y seguido: capa negra uniforme; sin zonas rojas; no tapar la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Superficie negra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 capa líquida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Método de alambres a 1/4 del ancho, lado fijo y móvil, lejos de la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8–15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 de rutina; dos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costras del menisco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herramienta seca, sin perturbar el nivel; solo si el rim &gt;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Menisco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el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≥ 95 %, ΔT 6–9 °C, diferencia entre anchas ≤ 1.5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el secundario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Modelo activo; caudal = consigna ± 5 % por zona; aire 2.5–4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el enderezado (HSLA)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Pirómetro en el enderezado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la posición del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Tendencia estable ± 5 %; subida sostenida = clogging (MO-CC1-06)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la muestra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mitad de colada,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identificada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Atiende las alarmas BOP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a 0.3–0.5 m/min, mantén ≥ 30 s y recupera con rampa ≤ 0.2 m/min por minuto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breakout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 de rutina; dos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Varía la inmersión de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2 h, ± 10 mm dentro de 120–160 mm [Validar con OEM / Ingeniería de Proceso]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Inmersión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ancho y 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Ancho en caliente a ≤ 1.0 m/min y marca transición; registra T, pesos, polvo, capa y eventos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de colada completa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sticker, baja; ante breakout, cierra y evacúa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BOP de sticker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Baja a 0.3–0.5 m/min ≥ 30 s; rampa ≤ 0.2; sin cambios bruscos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C-06; C-08 si ≥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Breakout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Tapón, extracción, olla; evacúa y cuenta; nadie se acerca sin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C-06,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nivel (± 8 mm)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manual a 0.8 m/min; si en 5 min no se recupera,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Rebose del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tapón; baja velocidad; si sale acero, evacúa y detén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Clogging (tapón sube &gt; 10 %)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en pasos de 1 NL/min hasta 8; prepara cambio de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&gt; 11 °C o caudal &lt;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la velocidad a 0.8 m/min; revisa; avisa a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de agua de molde o apagón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Emergencia ≤ 15 s; si no entra: cierra tapón y olla, detén y evacúa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C-06,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en el molde (vapor, gotas)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Cierra el tapón de inmediato; detén; evacúa; no reanudes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C-06,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 con simulador de emergencias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240 h + simulador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 de CC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Mantiene y verifica la zona de exclusión bajo el molde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 a sticker: 0.3–0.5 m/min, espera ≥ 30 s, rampa ≤ 0.2 m/min por minuto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 a breakout en orden: tapón, extracción, olla, evacuación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agua de emergencia en ≤ 15 s y sabe qué hacer si no entra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agua en el molde cierra el tapón de inmediato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240 h + simulador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MO-CC1-04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¿Por qué no se debe colar a más de 1.6 m/min?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Se gasta más polvo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El cráter sale de la máquina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Se sobrecalienta el molde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Salta una alarma BOP de sticker. ¿Qué pasa con la velocidad?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Sube a 1.6 m/min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Baja a 0.3–0.5 m/min ≥ 30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Se detiene la máquina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SH baja a 12 °C. ¿Qué haces con la velocidad?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No la bajas y avisas a C-08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La bajas a 0.8 m/min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Detienes la máquina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indica que la barra tapón suba de forma sostenida más de 10 %?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Falta argón en la olla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Clogging de la SEN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Nivel de molde alto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Ves gotas y reventones en el menisco. ¿Qué haces primero?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Agregar polvo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Cerrar el tapón de inmediato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Bajar la velocidad a 0.8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colada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el molde en colada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de exclusión bajo el molde y segmentos 1–3; acceso solo con C-06.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en el molde: tapón cerrado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Vapor, reventones o gotas: cierra, detén, evacúa y no reanudes.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Breakout: tapón, extracción, olla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Después evacúa y cuenta; nadie regresa sin autorización de C-06.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más de 1.6 m/min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Respeta la tabla velocidad–SH–ancho; con SH &lt; 15 °C no bajes.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MO-CC1-04 — Colada en estado estable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2026-09-25T20:02:37Z</dcterms:created>
  <dcterms:modified xsi:type="dcterms:W3CDTF">2026-09-25T20:02:37Z</dcterms:modified>
</cp:coreProperties>
</file>