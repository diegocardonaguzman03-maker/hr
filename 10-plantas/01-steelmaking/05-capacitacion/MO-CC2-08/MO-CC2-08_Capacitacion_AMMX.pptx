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Cortar a 12,000 ± 50 mm en frío, marcar el 100 % de las palanquillas y despachar por colada sin perder su identidad. Principio rector: Si la marca no se lee o no coincide con el rastreo, la palanquilla se retiene.
PUNTOS A CERRAR: Presentar a los participantes, el objetivo y la ruta de certificación (teoría → OJT → evaluación práctica).
[POR CONFIRMAR] Tolerancia de largo ± 50 mm y largo mínimo de cola con Laminación · Factor de dilatación (12,150 mm), escuadra y tiempos de corte (C-08 / OEM) · Formato de marca CCCCCC-L-SS-NN con Calidad y Laminación [Supuesto]; código de grúa S-27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Presiones de O₂ y gas natural: [Validar OEM]. Peso: 0.16 × 0.16 × 12 m × 7.85 t/m³ ≈ 2.41 t por palanquilla.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c) 12,150 mm — El acero caliente mide ≈ 1.2 % más; cortar 12,000 mm en caliente deja la palanquilla ≈ 150 mm corta.
2) a) ≤ 600 °C — Arriba de ≈ 600–700 °C el acero pierde su magnetismo y la carga puede caer: se usa tenaza.
3) b) Retengo R y aviso a C-06 — Se retienen las dudosas; C-09 decide, con análisis químico si hace falta.
4) b) Transición de colada — A arranque, T transición, B cambio de buza, E EMS apagado, C cola, R retenida.
5) a) 600 °C — ≥ 600 °C [Validar]; por debajo, la palanquilla se envía a patio.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Tolerancia de largo ± 50 mm y largo mínimo de cola con Laminación · Factor de dilatación (12,150 mm), escuadra y tiempos de corte (C-08 / OEM) · Formato de marca CCCCCC-L-SS-NN con Calidad y Laminación [Supuesto]; código de grúa S-27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Corte, marcado y despacho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Cortar a 12,000 ± 50 mm en frío, marcar el 100 % de las palanquillas y despachar por colada sin perder su identidad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(S-16 / S-17)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10 coladas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S-16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Oxicorte probado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Corte a ≈ 12,150 mm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Desbarbado ≤ 3 mm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 = rastreo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Lecho sin doblez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Despacho por colada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S-16 Corte y Marcado · S-17 Mesa y Despacho · Grúa de producto · S-12 · S-18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cada palanquilla sale medida y marcada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el oxicorte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fugas, antirretornos de llama y flama de precalentamiento al inicio del turno.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Cortar a la medida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12,150 mm en caliente para 12,000 ± 50 mm en frío; escuadra ≤ 5 mm y rebaba ≤ 3 mm.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Marcar y verificar la identidad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Colada, línea, secuencia y consecutivo más letra de condición; la marca coincide con el rastreo.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Izar y despachar seguro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Electroimán solo ≤ 600 °C, tenaza arriba; nadie bajo la carga; lotes de una sola colada.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palanquilla de 12 m pesa ≈ 2.4 t y sale a más de 800 °C. El acero caliente mide ≈ 1.2 % más que frío: si cortas 12,000 mm en caliente, queda ≈ 150 mm corta. La marca es la identidad: Laminación y el cliente final rastrean la varilla hasta la colada con ella.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marca no se lee o no coincide con el rastreo, la palanquilla se retiene.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S-16 corta y marca; S-17 enfría y despacha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corte y despacho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cambios de longitud y la disposición de palanquillas sin marca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 y Marcado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oxicortes, desbarbadora y marcadora; verifica longitud y marca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Operador de Mesa y Despacho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transferencia y lecho; forma lotes; dirige la grúa; despacha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producto 25 t (propuesta S-27; hoy S-17)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Maneja la palanquilla con electroimán o tenaza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rastreo (colada por línea) y las alarmas de corte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 Inspector de Calidad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muestras e inspecciona (MO-CC2-09)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la disposición de palanquillas retenidas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oxicorte al despacho sin perder la identidad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oxicorte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Fugas, antirretornos y flama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Cortar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≈ 12,150 mm en caliente [Validar]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Desbarbar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Rebaba ≤ 3 mm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Colada · línea · secuencia · consecutivo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 = rastreo; si no, retener 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Lecho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Transferencia sin choques ni doblez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A, T, B, E, C y R apartadas para S-18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Despachar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600 °C carga caliente; si no, patio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colada de 150 t da ≈ 60–62 palanquillas (≈ 10 por línea); cada lote o estiba es de una sola colada.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marca no se lee o no coincide con el rastreo, la palanquilla se retiene.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Oxicorte, marcadora y lecho al final de la línea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Figura: cc2-perfil-maquina.svg.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oxicorte automático (14) viaja con la palanquilla y corta a 12 m con O₂ y gas natural.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marcadora (15) pone colada, línea, secuencia y consecutivo en la cara del extremo.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transferencia y el lecho (16) enfrían la palanquilla sin doblarla.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que deciden medida e identidad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Oxicorte automático (6)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la palanquilla en movimiento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 + gas natural; carro ≥ 3 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Fugas, antirretornos, boquilla limpia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Encoder de medición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longitud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Resolución ≤ 5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mm contra cinta,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Desbarbadora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Quita la escoria de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Rebaba residual ≤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Cuchilla o martillo en buen estado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la cara del extremo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Pintura alta T; letra ≥ 50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legible al inicio del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Transferencia y lecho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Enfrían sin doblar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Vigas galopantes o rastrillos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atoramientos; separación uniforme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producto 25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Estiba y despacha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Electroimán ≤ 600 °C; más caliente, tenaza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previa al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Sistema de rastreo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Asigna la identidad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 y posición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Coincide con la marca física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Largo en caliente, temperatura y marca definen el lote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 en frío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12,000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50 mm [Validar Laminación]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tolerancia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y retén las afectadas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de corte en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12,150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T de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ajusta el factor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Escuadra del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boquilla y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Rebaba de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desbarbadora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corte (160 mm)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35–55 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boquilla y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para carga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650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600 °C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600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Envía a patio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máxima para electroimán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600 °C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Usa tenaza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de estiba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2.0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2.5 m [Validar C-16]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2.5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Reestiba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Presiones de O₂ y gas natural: [Validar OEM]. Peso: 0.16 × 0.16 × 12 m × 7.85 t/m³ ≈ 2.41 t por palanquilla.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Gases, carga suspendida y acero caliente en movimiento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Oxicorte sin fugas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Antirretornos de llama, prueba de fugas por turno y sin grasa en conexiones de O₂ (MS-ACE-06; NOM-027-STPS-2008).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en rodillos ni lecho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Cruces solo por pasarelas; para intervenir, LOTO del oxicorte y del camino de rodillos (MS-ACE-02).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Izaje con límite de temperatura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carga; electroimán con respaldo de batería y solo ≤ 600 °C; arriba, tenaza (MS-ACE-04).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Estiba estable y calor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Altura ≤ 2.5 m [Validar], capas cruzadas y separadores; en el lecho, pausas e hidratación (MS-ACE-08).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careta en el área de corte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retardante a la flama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de carnaza y botas con casquillo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Chaleco de alta visibilidad en el patio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palanquilla sin marca pierde su identidad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12,000 ± 50 mm en frío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línea por turno y al ajustar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entra al horno; rendimiento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Escuadra y rebaba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mm; ≤ 3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línea por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Atoramiento en el horno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Identificación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legible; igual al rastreo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palanquilla; 1.ª y última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trazabilidad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Rectitud en el lecho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mm/m y ≤ 40 mm [Validar]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Visual; medición si hay duda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 doblada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Separación de coladas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Una colada por lote o estiba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estiba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Mezcla de coladas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 CCCCCC-L-SS-NN [Supuesto]: letras A, T, B, E, C y R indican la condición de la palanquilla.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cuatro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los oxicortes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fugas, antirretornos y flama de precalentamiento al inicio del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fugas; flama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ajuste de largo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de corte en caliente para el grado y la sección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12,150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medición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Una palanquilla fría por línea contra cinta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mm contra el encoder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completo en 35–55 s; sin arrastre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limpio y a escuadra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Desbarba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que se retire la escoria de corte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Rebaba ≤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Marcadora automática; letras de condición si aplica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Legible; igual al rastreo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identidad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Primera y última de cada colada por línea; cambio de colada en la zona de transición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= rastreo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Catorce pasos; cuatro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Transfiere al lecho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Mesa de transferencia; separación uniforme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choques ni doblez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Aparta para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Las que pida S-18 y las marcadas A, T, B, E, C y 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la zona de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T para despacho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al final del lecho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600 °C para carga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Despacha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 colada completa, a carga caliente o patio; aviso a Laminación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Lote de una sola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con imán o tenaza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Electroimán solo ≤ 600 °C;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personas en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Grúa, 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Estiba en patio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Capas cruzadas; altura ≤ 2.5 m; etiqueta de estiba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 e identificada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Palanquillas por colada, destino y retenidas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 dudosa o corte fallido: retener y avisar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Corte incompleto o arrastre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corte; C-06 decide bajar velocidad; corte manual con permiso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Retroceso de llama o fuga de 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O₂ y gas en la válvula general; evacúa; no reenciendas sin revisión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 fuera de tolerancia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Ajusta; retén las palanquillas desde el último control bueno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ilegible o marcadora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a mano con crayón térmico y verifica contra el rastreo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no coincide con el rastreo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R las dudosas; C-09 decide (química si hace falta)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 doblada o atorada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la transferencia; LOTO; libera con grúa o corte manual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 cae del electroimán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Acordona; no te acerques hasta que asiente; revisa el electroimán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 y Marcado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10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Operador de Mesa y Despacho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+ grúa (40 h)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10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 (izaje)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Hace la prueba de fugas y de antirretornos del oxicorte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 por qué se corta a ≈ 12,150 mm en caliente para 12,000 mm en frío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que la marca coincida con el rastreo en el cambio de colada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Retiene una palanquilla sin identidad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 sin personas bajo la carga y respeta el límite de temperatura del electroimán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 / 10 coladas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MO-CC2-08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largo aproximado se corta en caliente para 12,000 mm en frío?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11,850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12,000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12,150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¿Hasta qué temperatura se puede usar el electroimán?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600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900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Sin límite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marca no coincide con el rastreo. ¿Qué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La despacho igual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Retengo R y aviso a C-06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La remarco con el dato del rastreo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indica la letra T en la marca?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Temperatura alta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Transición de colada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Tenaza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temperatura mínima pide la carga caliente a Laminación?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600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400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900 °C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corte y despacho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marca no hay despacho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Palanquilla ilegible o dudosa se retiene R hasta que C-09 decide.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colada por lote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mezcles coladas en un lote o una estiba.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Electroimán solo ≤ 600 °C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Más caliente, tenaza; nadie bajo la carga.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Oxicorte probado cada turno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Fugas y antirretornos antes de cortar; sin grasa en el O₂.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MO-CC2-08 — Corte, marcado, lecho de enfriamiento y despacho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2026-09-25T19:42:29Z</dcterms:created>
  <dcterms:modified xsi:type="dcterms:W3CDTF">2026-09-25T19:42:29Z</dcterms:modified>
</cp:coreProperties>
</file>