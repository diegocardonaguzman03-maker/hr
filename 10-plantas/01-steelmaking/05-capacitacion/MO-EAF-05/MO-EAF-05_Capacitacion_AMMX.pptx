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Cubrir el arco con B2 1.8–2.2, FeO 25–35 % y MgO 8–10 %, y desescoriar sin exponer a nadie. Principio rector: Sin olla seca y zona libre, no se desescoria.
PUNTOS A CERRAR: Presentar a los participantes, el objetivo y la ruta de certificación (teoría → OJT → evaluación práctica).
[POR CONFIRMAR] Presiones de O₂ y gas, ángulo de desescoriado y altura de espuma con el OEM · Volumen de olla de escoria, cantidad de escoria, llenado ≤ 80 % y frecuencia de muestra (supuestos)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Lanza ≤ 2,500 Nm³/h. Espuma ≥ longitud de arco [Validar con OEM / Ingeniería de Proceso]; P₂O₅ según balance [Validar con Ingeniería de Proceso].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CO del C que reduce el FeO — El O₂ forma FeO; el C inyectado lo reduce y forma CO, que hace crecer la espuma.
2) b) Más C y más cal — FeO alto o B2 baja: más carbono, más cal y bajar tap.
3) b) 1.8–2.2 — &lt; 1.6 ataca el refractario y no quita P; &gt; 2.5 da escoria seca, sin espuma.
4) b) No desescoriar; nivel con O₂/C — Escoria líquida sobre agua = explosión. No se desescoria hasta tener olla y fosa secas.
5) b) Cortar C, reducir O₂ y despejar — Es el inicio de una ebullición: cortar C, reducir O₂, detener DRI y todos fuera del frente.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Presiones de O₂ y gas, ángulo de desescoriado y altura de espuma con el OEM · Volumen de olla de escoria, cantidad de escoria, llenado ≤ 80 % y frecuencia de muestra (supuestos)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OPERACIÓN · MO-EAF-05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Escoria espumosa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Cubrir el arco con B2 1.8–2.2, FeO 25–35 % y MgO 8–10 %, y desescoriar sin exponer a nadie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(S-01)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120 h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· 50 coladas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2.0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basicidad B2 objetivo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Modo quemador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Modo lanza + C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Espuma cubre el arco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seca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Desescoriado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Química en rango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S-01 Primer Hornero · S-02 Segundo Hornero · S-10 Operador de Escoria · S-11 Muestrero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MO-EAF-05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cubres el arco y desescorias sin riesgo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MO-EAF-05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Operar quemadores y lanzas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Modo quemador en la fusión (O₂:gas ≈ 2:1); modo lanza en baño plano; O₂ total 30–40 Nm³/t.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Formar y mantener la espuma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Carbono 8–12 kg/t, cal 30–45 kg/t y dolomita 10–15 kg/t para que la espuma cubra el arco.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Evaluar y corregir la escoria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B2 1.8–2.2, FeO 25–35 %, MgO 8–10 %: elegir la corrección con el análisis y con lo que se ve.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Desescoriar sin exponer a nadie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y fosa secas, zona libre frente a la puerta; ante ebullición, cortar C y reducir O₂.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espuma, el arco radia a paredes y bóveda: más kWh/t, paneles dañados y N alto. Con FeO y B2 fuera de rango se pierde hierro, se ataca el refractario y no sale el P. Y la escoria líquida que cae sobre agua o sale en una ebullición violenta mata.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olla seca y zona libre, no se desescoria.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S-01 dosifica, S-02 vigila la puerta, S-10 la olla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MO-EAF-05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con la escoria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C-07 Ingeniero de Proceso EAF / LF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Dueño; define programas de O₂/gas/C y la química objetivo de la escoria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 Primer Hornero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Opera quemadores, lanzas e inyección de C; ajusta con espuma, T y análisis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 Segundo Hornero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Vigila la puerta y el flujo de escoria; toma muestra; limpia la puerta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S-10 Operador de Manejo de Escoria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Coloca la olla de escoria seca, la retira llena y la vacía en el patio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S-11 Muestrero / Analista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Analiza CaO, SiO₂, FeO, MgO y P₂O₅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 Supervisor de Hornos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Autoriza desviaciones; detiene el desescoriado ante riesgo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espuma se ajusta con O₂, carbono y cal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MO-EAF-05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461897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Quemador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Fusión de canasta: O₂:gas ≈ 2:1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937385" y="1691640"/>
            <a:ext cx="1461897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0197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Lanza + C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98310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Baño plano; C 40–60 kg/min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326130" y="1691640"/>
            <a:ext cx="1461897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49072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Fundentes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37185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 y dolomita con el DRI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14875" y="1691640"/>
            <a:ext cx="1461897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7946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¿Espuma?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76059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Cubre el arco; panel ≤ 60 °C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103620" y="1691640"/>
            <a:ext cx="1461897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6821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seca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14934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S-10 la coloca; S-02 confirma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492365" y="1691640"/>
            <a:ext cx="1461897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65695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Zona libre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753808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frente a la puerta; bocina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881110" y="1691640"/>
            <a:ext cx="1461897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04570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Desescoriar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92683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Flujo continuo, sin arrastrar metal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10269855" y="1691640"/>
            <a:ext cx="1461897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43444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Muestra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031557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B2, FeO, MgO → corregir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Seca o plana, la escoria se corrige con O₂, C y cal; nunca con carbono en masa sobre escoria oxidada.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olla seca y zona libre, no se desescoria.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Lanzas, inyector y puerta trabajan juntos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MO-EAF-05 v0.1 (Borrador para validación) y FT-ACE-001 v0.3. Material de capacitación; no sustituye al manual. Figura: eaf-corte-horno.svg.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eaf-corte-horn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20" y="1417320"/>
            <a:ext cx="6731000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Las lanzas (14) meten O₂ y el inyector (15) mete C: el CO hace crecer la espuma.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escoria espumosa (4) debe cubrir el arco de los electrodos.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escoria sale por la puerta (13) a la olla de escoria (17), que debe estar seca.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O₂ se reparte por etapas: 35 Nm³/t en total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MO-EAF-05 v0.1 (Borrador para validación) y FT-ACE-001 v0.3. Material de capacitación; no sustituye al manual. Figura: eaf-ciclo-colada.svg.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pic>
        <p:nvPicPr>
          <p:cNvPr id="7" name="Image 1" descr="/home/user/HR/10-plantas/01-steelmaking/img/png/eaf-ciclo-colad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75181"/>
            <a:ext cx="6766560" cy="433059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Fusión de canasta: ≈ 8 Nm³/t en modo quemador.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Baño plano con DRI: la mayor parte del O₂, en modo lanza y con carbono.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Afino: flujo reducido, según el O activo.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Siete equipos; olla y fosa secas son críticas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MO-EAF-05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Quemadores/lanzas (4)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Fundir y espumar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Hasta 2,500 Nm³/h de O₂ cada uno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 del bloque normal; boquilla libre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Válvulas de O₂ y gas natural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Regulan los flujos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Presiones [Validar con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fugas; corte rápido probado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Inyectores de carbono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Inyectan finos de coque/antracita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8–12 kg/t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Silo con nivel; sin tapones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Tolvas de cal y dolomita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Fundentes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 30–45 kg/t; dolomita 10–15 kg/t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Material seco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Puerta de escoria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Salida de escoria y medición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Umbral libre de costras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de escoria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Recibe la escoria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≈ 20 m³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Seca, sin agua ni hielo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Fosa bajo la puerta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Aloja la olla de escoria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Seca, sin charcos ni fugas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B2, FeO y MgO definen si la espuma aguanta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MO-EAF-05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057400"/>
                <a:gridCol w="210312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Parámetro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Consumo de O₂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35 Nm³/t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30–40 Nm³/t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42 Nm³/t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Revisar O activo y FeO; reducir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Carbono inyectado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 kg/t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8–12 kg/t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7 o &gt; 14 kg/t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Ajustar con espuma y FeO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38 kg/t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30–45 kg/t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28 o &gt; 50 kg/t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Ajustar relación con el DRI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Dolomita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kg/t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10–15 kg/t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8 kg/t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MgO bajo: agregar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Basicidad B2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2.0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1.8–2.2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1.6 o &gt; 2.5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1.6: más cal; &gt; 2.5: menos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FeO en escoria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25–35 %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38 % o &lt; 20 %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38: más C; &lt; 20: más O₂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MgO en escoria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9 %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8–10 %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7 %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Más dolomita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Cantidad de escoria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110 kg/t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100–130 kg/t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150 kg/t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Revisar ganga del DRI y cal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Lanza ≤ 2,500 Nm³/h. Espuma ≥ longitud de arco [Validar con OEM / Ingeniería de Proceso]; P₂O₅ según balance [Validar con Ingeniería de Proceso].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Escoria sobre agua y ebullición: riesgos de la puerta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MO-EAF-05 v0.1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Olla de escoria y fosa secas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S-10 y S-02 confirman olla seca y fosa sin agua antes de cada desescoriado. Si hay agua, no se desescoria (MS-ACE-03).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Ebullición violenta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Nunca C en masa sobre escoria oxidada. Ante subida súbita: cortar C, reducir O₂, detener DRI y despejar la puerta.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Zona de exclusión de la puerta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Roja ≤ 5 m de la puerta, amarilla 5–15 m; ≤ 15 m del volteo de la olla. Solo el portaollas en posición.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O₂ y CO en la puerta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Ropa sin grasa y corte rápido de O₂. Detector multigás: CO 25 ppm salir, 200 ppm evacuar el sector (MS-ACE-06).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Careta con visor dorado y capucha aluminizada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Chaqueta, polainas y guantes aluminizados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Ropa ignífuga y botas metatarsales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Protección auditiva y detector multigás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S-10: cabina cerrada; fuera de ella, EPP como S-02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completo para trabajar en la puerta de escoria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MO-EAF-05 v0.1 (Borrador para validación) y FT-ACE-001 v0.3. Material de capacitación; no sustituye al manual. Figura: ms-epp-acería.svg.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pic>
        <p:nvPicPr>
          <p:cNvPr id="7" name="Image 1" descr="/home/user/HR/10-plantas/01-steelmaking/img/png/ms-epp-acerí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" y="1417320"/>
            <a:ext cx="6057900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Careta con visor dorado y capucha aluminizada frente a la puerta.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Chaquetón, polainas y guantes aluminizados sobre ropa FR; nada sintético.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Detector personal CO/O₂ cerca de nariz y boca.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escoria bien hecha se lleva el fósforo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MO-EAF-05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 al vaciado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0.015 %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Muestra (MO-EAF-06)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 fuera de especificación; fragilidad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Química de escoria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B2 1.8–2.2 · FeO 25–35 % · MgO 8–10 %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Muestra en el afino [Supuesto]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Refractario atacado; pérdida de Fe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 activo al vaciado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500–900 ppm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Sonda (MO-EAF-06)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Más Al en olla e inclusiones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Nitrógeno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Bajo con espuma estable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Muestra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alto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Desescoriar con FeO y B2 en rango y sin T excesiva es lo que baja el P.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Trece pasos; tres no admiten error (1/2)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MO-EAF-05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equipos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 de bloques normal; presiones de O₂, gas y aire de transporte de C; silos con nivel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alarmas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Opera en modo quemador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Fusión de canasta: O₂:gas ≈ 2:1, 1,500–2,500 Nm³/h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Chatarra frente al quemador fundida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Cambia a modo lanza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 baño plano; lanzas al programa de la etapa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retroceso de llama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Inicia carbono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Inyección de 40–60 kg/min total; ajusta según la espuma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Espuma visible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Agrega fundentes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 y dolomita junto con el DRI (MO-EAF-03)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B2 y MgO en rango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la olla de escoria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S-10 coloca la olla; S-02 confirma olla seca y fosa sin agua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“Olla seca” confirmada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S-10 / S-02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Despeja la zona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Frente y bajo la puerta sin personas; bocina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Zona libre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Trece pasos; tres no admiten error (2/2)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MO-EAF-05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Desescoria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Inclina hacia la puerta (−3 a −8° [Validar con OEM]); flujo continuo sin arrastrar metal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Flujo controlado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Toma muestra de escoria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 cuchara o probador desde posición protegida, en el afino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Muestra enviada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 / S-11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Corrige la química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FeO &gt; 38 %: más C y menos O₂; B2 &lt; 1.8: más cal; MgO &lt; 8 %: dolomita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 rango en la siguiente muestra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Vigila ebullición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Subida súbita de espuma, llama larga en la puerta, CO alto: aplica condiciones anormales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ebullición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 / S-02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la olla de escoria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Llena ≤ 80 % [Supuesto]; S-10 la retira por la ruta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derrame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O₂, C, cal, dolomita, análisis de escoria y eventos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Registro completo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Ante ebullición: cortar carbono y alejarse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MO-EAF-05 v0.1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Ebullición violenta (boiling)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Cortar C, reducir O₂, detener DRI; todos fuera del frente; no inclinar más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C-04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Escoria plana, arco ruidoso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Más C, más cal; bajar tap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Escoria seca o espesa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Más O₂, menos cal; revisar la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húmeda o fosa con agua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desescoriar; controlar el nivel con O₂/C; cambiar la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Escoria con metal (arrastre)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Reducir la inclinación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Retroceso de llama en quemador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Cortar ese quemador; purgar; mantenimiento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Fuga de agua de bloque de quemador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Cortar O₂ y agua del bloque; aplicar MO-EAF-01 §9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Mtto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 &gt; 0.015 % antes de vaciar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Más desescoriado, cal y O₂; C-05 decide si se vacía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C-09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U: demostrar, no asistir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MO-EAF-05 v0.1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 Primer Hornero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120 h / 50 coladas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 Segundo Hornero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60 h / 30 desescoriados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S-10 Operador de Escoria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60 h / 40 ollas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Confirma olla de escoria y fosa secas antes de desescoriar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Despeja la zona frente a la puerta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Reconoce una ebullición violenta y responde: cortar C, reducir O₂, retirar personas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Interpreta B2, FeO y MgO y elige la corrección correcta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MO-EAF-05 v0.1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120 h / 50 coladas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MO-EAF-05 v0.1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forma las burbujas que hacen espumar la escoria?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Vapor de agua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CO del C que reduce el FeO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Argón del tapón poroso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escoria corre como agua y el arco suena fuerte. ¿Qué corriges?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Más O₂ y menos cal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Más C y más cal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Nada; es espuma correcta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¿Cuál es el rango de basicidad B2 (CaO/SiO₂)?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1.0–1.4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1.8–2.2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2.8–3.2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fosa bajo la puerta tiene un charco. ¿Qué haces?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Desescoriar rápido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No desescoriar; nivel con O₂/C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Cubrir el charco con cal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espuma sube de golpe con llama larga. ¿Qué haces?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Agregar carbono para bajarla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Cortar C, reducir O₂ y despejar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Inclinar más hacia la puerta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escoria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técnica, seguridad, laboral, diseño instruccional.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olla y fosa secas no se desescoria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hay agua, se controla el nivel con O₂/C y se cambia la olla.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frente a la puerta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Roja ≤ 5 m mientras sale escoria; solo el portaollas en posición.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Nunca carbono en masa sobre escoria oxidada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 la receta de una ebullición violenta.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Ante ebullición: cortar C y reducir O₂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Detener el DRI, no inclinar más y retirar a todos del frente de la puerta.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MO-EAF-05 — Escoria espumosa: inyección de O₂ y carbono, desescoriado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2026-09-25T20:02:40Z</dcterms:created>
  <dcterms:modified xsi:type="dcterms:W3CDTF">2026-09-25T20:02:40Z</dcterms:modified>
</cp:coreProperties>
</file>