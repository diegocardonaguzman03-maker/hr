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Cambiar la olla sin interrumpir la colada, sin pasar escoria y sin bajar el distribuidor de 700 mm. Principio rector: Nadie bajo la olla ni en el radio de giro; la olla se cierra al primer signo de escoria.
PUNTOS A CERRAR: Presentar a los participantes, el objetivo y la ruta de certificación (teoría → OJT → evaluación práctica).
[POR CONFIRMAR] Tabla nivel–peso del distribuidor, tiempos de giro y detector de escoria (no está en la ficha) con el OEM · Temperatura de llegada de la olla siguiente y número de planchones de transición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Tabla nivel–velocidad: 800 mm 0.9; 700 mm 0.6; 600 mm 0.4 m/min; 500 mm sin abrir, cierre. Tabla, giro y T: [Validar con OEM / Ingeniería de Proceso].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c) 1,100 mm — 1,100 mm ≈ 45 t da la reserva para el cambio; no pasar de 1,250 mm para evitar rebose de escoria.
2) b) ≈ 6 min — Son ≈ 18 t de reserva: ≈ 6 min. El cambio normal debe durar ≤ 2 min.
3) b) 0.6 m/min — Tabla nivel–velocidad: 800 mm 0.9; 700 mm 0.6; 600 mm 0.4 m/min; a 500 mm sin abrir, cierre.
4) b) Al primer signo de escoria o ≤ 4 t — El detector de escoria o el peso residual de 3–4 t marcan el cierre; la escoria en el chorro se corta de inmediato.
5) b) Por arrastre de escoria por vórtice — A 400 mm se cierra el tapón: el vórtice arrastra escoria del distribuidor al molde.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Tabla nivel–peso del distribuidor, tiempos de giro y detector de escoria (no está en la ficha) con el OEM · Temperatura de llegada de la olla siguiente y número de planchones de transición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MO-CC1-05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Cambio de olla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 la olla sin interrumpir la colada, sin pasar escoria y sin bajar el distribuidor de 700 mm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(S-13)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cambios de olla en OJT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lista ≥ 10 min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 1,100 mm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Cierre por escoria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Giro ≤ 60 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Nueva olla abierta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 a 1,000 mm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S-13 Operador de Plataforma · S-09 Grúa de Colada · S-12 Operador de Púlpito · S-14 Ayudante de Colada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cambias la olla sin cortar la secuencia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Preparar la reserva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siguiente en torreta ≥ 10 min antes del final; distribuidor a 1,100 mm (≈ 45 t) antes de cerrar.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sin escoria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la olla al primer signo de escoria o con ≤ 4 t de peso residual (detector o celdas).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Girar y abrir a tiempo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Giro de torreta ≤ 60 s con área despejada; cierre → apertura ≤ 2 min; lanceo con tabla nivel–velocidad.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Proteger la secuencia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 ≥ 700 mm; recuperar a 1,000 mm; marcar eventos y planchones de transición.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cambio de olla ocurre en cada colada de la secuencia. Si pasa escoria, el acero sale sucio; si el distribuidor baja de 700 mm, se arrastra flux al molde; si la olla no abre a tiempo, se pierde la secuencia. Y todo pasa con 150 t de acero suspendido y una torreta girando.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la olla ni en el radio de giro; la olla se cierra al primer signo de escoria.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S-13 ejecuta el cambio; C-06 decide lanceo o cierre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cambio de olla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Coordina el cambio; decide lanceado, reducción de velocidad o cierre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por escoria, tubo, giro, apertura y nivel del distribuidor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Operador de Grúa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la olla llena en el brazo libre y retira la vacía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 la velocidad según el nivel; marca eventos en el tracking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Mantiene el molde (polvo, nivel) durante el cambio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Ingeniero de Proceso EAF / LF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Garantiza la llegada a tiempo y la temperatura de envío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 Metalurgista de Producto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la disposición de planchones de transición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reserva del distribuidor da ≈ 6 min; usa 2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siguiente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10 min antes; T, peso, grado, arena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Subir nivel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 a 1,100 mm (≈ 45 t)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olla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Escoria detectada o ≤ 4 t residuales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Girar torreta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Área despejada; manipulador retraído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Tubo protector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Junta nueva y seca; argón de sello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olla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Libre en ≤ 2 min o lanceo con tabla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Recuperar nivel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1,000 mm; velocidad por tabla SH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vacía fuera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S-09 al escorial; nadie bajo la carga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2.8 t/min, bajar de 1,100 a 700 mm tarda ≈ 6 min; el cambio normal dura ≤ 2 min.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la olla ni en el radio de giro; la olla se cierra al primer signo de escoria.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1,100 a 700 mm hay ≈ 18 t de reserva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 Figura: cc1-distribuidor.svg.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1-distribuid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94" y="1417320"/>
            <a:ext cx="6640651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1,100 mm ≈ 45 t es el nivel máximo antes de cerrar la olla.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700 mm ≈ 27 t es el mínimo en el cambio de olla; debajo se baja la velocidad.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400 mm es el nivel de cierre: debajo se arrastra escoria por vórtice.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torreta de dos brazos permite colar sin parar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 Figura: cc1-perfil-maquina.svg.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cc1-perfil-maqu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52" y="1417320"/>
            <a:ext cx="6376737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brazo cuela mientras el otro recibe la olla siguiente.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torreta pesa cada olla: el peso residual avisa el final.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tubo protector con sello de argón evita la reoxidación en cada olla.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Torreta, detector de escoria y grúa deciden el cambio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Torreta de ollas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Soporta y gira las ollas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brazos; pesaje por brazo; 180°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Frenos, límites y giro de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de 150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Contiene el acero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 deslizante; arena de cromita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Apertura libre meta ≥ 98 %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de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Detecta escoria al cierre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[Validar con OEM — no está en la ficha]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Señal probada; si no, peso residual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protector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Protege el chorro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Sello de argón; precalentado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grietas; juntas secas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Lanza de oxígeno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una olla que no abre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Lanzas secas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Regulador y manguera inspeccionados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colada 250/63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y retira ollas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Doble freno; límites redundantes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Inspección pre-uso (MM-GR-01)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Pesaje del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Controla la reserva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Tabla nivel–peso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nivel del distribuidor dicta la velocidad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Anticipación de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10–20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Avisar; bajar velocidad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antes de cerrar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1,100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1,050–1,150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1,250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sobrellenar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residual al cerrar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3–4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2–5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en el chorro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Cerrar de inmediato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→ apertura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1.5–3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Tabla de velocidad por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Giro de torreta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60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40–60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90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accionamiento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mínimo en cambio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800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700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700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 velocidad (tabla)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la olla siguiente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1,575–1,590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programa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Fuera de ± 10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Tabla SH (MO-CC1-04)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8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MO-CC1-04 §9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Tabla nivel–velocidad: 800 mm 0.9; 700 mm 0.6; 600 mm 0.4 m/min; 500 mm sin abrir, cierre. Tabla, giro y T: [Validar con OEM / Ingeniería de Proceso].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suspendida, giro y lanceo: tres riesgos críticos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bajo la olla suspendida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≈ 150 t de acero más la olla: nadie bajo ella ni en su trayectoria; doble freno; señalero único (MS-ACE-04).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Giro de torreta seguro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Área de giro despejada, manipulador retraído y alarma sonora antes de girar.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Lanceado controlado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aluminizado completo, lanza seca, posición lateral y vigía.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Olla con fuga o perforación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Evacuar a ≥ 25 m; olla a posición de emergencia sobre el pote seco; nunca agua (MS-ACE-09).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IR, chamarra y polainas aluminizadas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FR, guantes y botas con metatarsal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y detector de O₂/CO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Lanceado: aluminizado completo con capucha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Bajo la olla suspendida la zona es roja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proyección de la olla suspendida ± 5 m queda despejada en cada cambio.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zona de giro de la torreta se despeja antes de girar.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zona bajo el molde sigue vigente durante todo el cambio.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escoria que pasa al distribuidor termina en slivers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 de escoria de olla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Cero (cierre al detectar)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/ peso, cada olla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Inclusiones macro, slivers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Reoxidación en el cambio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sellado en ≤ 2 min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Inclusiones de Al₂O₃, clogging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mínimo del distribuidor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700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Tendencia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Arrastre de flux o escoria al molde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Planchones de cambio de olla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Marcados automáticamente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Tracking en MES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especial si hubo lanceo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Planchones de transición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Modelo de mezcla (1–2) [Validar]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Tracking + muestra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Degradar (C-09)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hubo lanceado o el distribuidor bajó de 700 mm, esos planchones van a inspección especial.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cuatro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la olla siguiente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Grado, peso 145–155 t, T de envío y llegada ≥ 10 min antes del final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Datos en HMI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/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baja la olla en el brazo libre; nadie bajo la carga; S-13 confirma el asiento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Asentada; gancho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/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Mecanismo de válvula conectado; arena de sello visible; cilindro acoplado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OK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Sube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Aumenta el flujo de la olla en colada hasta 1,100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1,050–1,150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el final de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residual y detector de escoria; observa el chorro si es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Señal clara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 primer signo de escoria o con ≤ 4 t residuales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Cerrada; hora registrada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el tubo protector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Manipulador hacia arriba y afuera; limpia la boca del tubo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cuatro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Gira la torreta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Alarma; área despejada; manipulador retraído; giro ≤ 60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sobre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el tubo protector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Junta nueva y seca; argón de sello abierto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Sello sin flama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la nueva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Apertura total; confirma el flujo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min desde el cierre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no abre: lancea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el tubo; lancea desde un costado; S-12 aplica la tabla nivel–velocidad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antes de 500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/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Recupera el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Sube a 1,000 mm y regresa la velocidad según la tabla SH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900–1,100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/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la temperatura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los 5 min de abrir la nueva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SH 20–30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 los eventos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de olla, lanceado, nivel mínimo alcanzado, cambio de grado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Eventos en tracking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cuatro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la olla vacía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la lleva al vaciado de escoria; nadie bajo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residual, tiempos, nivel mínimo y temperatura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Hoja de colada completa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500 mm sin olla abierta, se cierra la secuencia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siguiente no llega a tiempo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velocidad (mínimo 0.8 m/min); si no llega, cierre de secuencia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no abre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Lancea; tabla nivel–velocidad; a 500 mm sin abrir: cierre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pasa al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olla; marca planchones; revisa escoria del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Distribuidor &lt; 700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a 0.6 m/min; a 600 mm, 0.4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Falla de giro de la torreta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Giro de emergencia según OEM; si no gira: cierre de secuencia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con fuga o perforación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Evacúa a ≥ 25 m; olla sobre el pote de emergencia seco; nunca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la nueva olla fuera ± 10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 la velocidad con la tabla SH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C-07,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Flama o aire en la junta del tubo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Recoloca el tubo con junta nueva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cambios (5 lanceo simulado)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Grúa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Curso grúa de colada (NOM-006)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MS-ACE-04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cambios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CC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(evaluador)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+ evaluador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que nadie esté bajo la olla suspendida ni en el radio de giro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Cierra la olla al primer signo de escoria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Gira la torreta con el manipulador retraído y el área despejada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Lancea con EPP completo y aplica la tabla nivel–velocidad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 cambios (5 lanceo simulado)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MO-CC1-05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 qué nivel se sube el distribuidor antes de cerrar la olla que termina?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700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900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1,100 mm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2.8 t/min, ¿cuánto dura la reserva de 1,100 a 700 mm?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≈ 2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≈ 6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≈ 15 min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distribuidor llega a 700 mm y la olla no abre. ¿Qué velocidad aplicas?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0.9 m/min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0.6 m/min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1.2 m/min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¿Cuándo se cierra la olla que termina?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Al vaciarla por completo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Al primer signo de escoria o ≤ 4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Cuando llega la siguiente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¿Por qué no se cuela con el distribuidor debajo de 400 mm?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Porque se enfría el molde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Por arrastre de escoria por vórtice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Porque se tapa el tubo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cambio de olla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 (pendientes: seguridad, laboral, diseño instruccional).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la olla ni en el giro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Proyección ± 5 m y zona de giro despejadas en cada cambio.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Escoria a la vista: olla cerrada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Cierre al primer signo de escoria o con ≤ 4 t residuales.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700 mm en el cambio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Debajo se baja la velocidad por tabla; a 500 mm sin abrir, cierre.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perforada: nunca agua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Evacuar a ≥ 25 m y llevar la olla sobre el pote de emergencia seco.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MO-CC1-05 — Cambio de olla en secuencia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2026-09-25T19:42:27Z</dcterms:created>
  <dcterms:modified xsi:type="dcterms:W3CDTF">2026-09-25T19:42:27Z</dcterms:modified>
</cp:coreProperties>
</file>